
<file path=[Content_Types].xml><?xml version="1.0" encoding="utf-8"?>
<Types xmlns="http://schemas.openxmlformats.org/package/2006/content-types">
  <Default Extension="jpeg" ContentType="image/jpe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0" r:id="rId4"/>
  </p:sldMasterIdLst>
  <p:notesMasterIdLst>
    <p:notesMasterId r:id="rId20"/>
  </p:notesMasterIdLst>
  <p:handoutMasterIdLst>
    <p:handoutMasterId r:id="rId21"/>
  </p:handoutMasterIdLst>
  <p:sldIdLst>
    <p:sldId id="312" r:id="rId5"/>
    <p:sldId id="304" r:id="rId6"/>
    <p:sldId id="307" r:id="rId7"/>
    <p:sldId id="323" r:id="rId8"/>
    <p:sldId id="282" r:id="rId9"/>
    <p:sldId id="324" r:id="rId10"/>
    <p:sldId id="325" r:id="rId11"/>
    <p:sldId id="326" r:id="rId12"/>
    <p:sldId id="327" r:id="rId13"/>
    <p:sldId id="328" r:id="rId14"/>
    <p:sldId id="329" r:id="rId15"/>
    <p:sldId id="331" r:id="rId16"/>
    <p:sldId id="332" r:id="rId17"/>
    <p:sldId id="330" r:id="rId18"/>
    <p:sldId id="314" r:id="rId19"/>
  </p:sldIdLst>
  <p:sldSz cx="12192000" cy="6858000"/>
  <p:notesSz cx="13716000" cy="2438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3" orient="horz" pos="2616" userDrawn="1">
          <p15:clr>
            <a:srgbClr val="A4A3A4"/>
          </p15:clr>
        </p15:guide>
        <p15:guide id="4" orient="horz" pos="3264" userDrawn="1">
          <p15:clr>
            <a:srgbClr val="A4A3A4"/>
          </p15:clr>
        </p15:guide>
        <p15:guide id="5" pos="6912" userDrawn="1">
          <p15:clr>
            <a:srgbClr val="A4A3A4"/>
          </p15:clr>
        </p15:guide>
        <p15:guide id="6" orient="horz" userDrawn="1">
          <p15:clr>
            <a:srgbClr val="A4A3A4"/>
          </p15:clr>
        </p15:guide>
        <p15:guide id="7" orient="horz" pos="4008" userDrawn="1">
          <p15:clr>
            <a:srgbClr val="A4A3A4"/>
          </p15:clr>
        </p15:guide>
        <p15:guide id="9" orient="horz" pos="2352" userDrawn="1">
          <p15:clr>
            <a:srgbClr val="A4A3A4"/>
          </p15:clr>
        </p15:guide>
        <p15:guide id="12" pos="6696" userDrawn="1">
          <p15:clr>
            <a:srgbClr val="A4A3A4"/>
          </p15:clr>
        </p15:guide>
        <p15:guide id="15" pos="2136" userDrawn="1">
          <p15:clr>
            <a:srgbClr val="A4A3A4"/>
          </p15:clr>
        </p15:guide>
        <p15:guide id="16" pos="2760" userDrawn="1">
          <p15:clr>
            <a:srgbClr val="A4A3A4"/>
          </p15:clr>
        </p15:guide>
        <p15:guide id="17" pos="3288" userDrawn="1">
          <p15:clr>
            <a:srgbClr val="A4A3A4"/>
          </p15:clr>
        </p15:guide>
        <p15:guide id="18" pos="4032" userDrawn="1">
          <p15:clr>
            <a:srgbClr val="A4A3A4"/>
          </p15:clr>
        </p15:guide>
        <p15:guide id="19" pos="4392" userDrawn="1">
          <p15:clr>
            <a:srgbClr val="A4A3A4"/>
          </p15:clr>
        </p15:guide>
        <p15:guide id="20" pos="4944" userDrawn="1">
          <p15:clr>
            <a:srgbClr val="A4A3A4"/>
          </p15:clr>
        </p15:guide>
        <p15:guide id="21" pos="5544" userDrawn="1">
          <p15:clr>
            <a:srgbClr val="A4A3A4"/>
          </p15:clr>
        </p15:guide>
        <p15:guide id="22" pos="6072" userDrawn="1">
          <p15:clr>
            <a:srgbClr val="A4A3A4"/>
          </p15:clr>
        </p15:guide>
        <p15:guide id="23" orient="horz" pos="2448" userDrawn="1">
          <p15:clr>
            <a:srgbClr val="A4A3A4"/>
          </p15:clr>
        </p15:guide>
        <p15:guide id="25" pos="5256" userDrawn="1">
          <p15:clr>
            <a:srgbClr val="A4A3A4"/>
          </p15:clr>
        </p15:guide>
        <p15:guide id="26" pos="7261"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02C8F"/>
    <a:srgbClr val="FDFBF6"/>
    <a:srgbClr val="AAC4E9"/>
    <a:srgbClr val="F5CDCE"/>
    <a:srgbClr val="DF8C8C"/>
    <a:srgbClr val="D4D593"/>
    <a:srgbClr val="E6F0FE"/>
    <a:srgbClr val="CDBE8A"/>
    <a:srgbClr val="FFEFEF"/>
    <a:srgbClr val="FCFBF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B4B98B0-60AC-42C2-AFA5-B58CD77FA1E5}">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5388" autoAdjust="0"/>
  </p:normalViewPr>
  <p:slideViewPr>
    <p:cSldViewPr snapToGrid="0" snapToObjects="1">
      <p:cViewPr varScale="1">
        <p:scale>
          <a:sx n="48" d="100"/>
          <a:sy n="48" d="100"/>
        </p:scale>
        <p:origin x="67" y="715"/>
      </p:cViewPr>
      <p:guideLst>
        <p:guide orient="horz" pos="2616"/>
        <p:guide orient="horz" pos="3264"/>
        <p:guide pos="6912"/>
        <p:guide orient="horz"/>
        <p:guide orient="horz" pos="4008"/>
        <p:guide orient="horz" pos="2352"/>
        <p:guide pos="6696"/>
        <p:guide pos="2136"/>
        <p:guide pos="2760"/>
        <p:guide pos="3288"/>
        <p:guide pos="4032"/>
        <p:guide pos="4392"/>
        <p:guide pos="4944"/>
        <p:guide pos="5544"/>
        <p:guide pos="6072"/>
        <p:guide orient="horz" pos="2448"/>
        <p:guide pos="5256"/>
        <p:guide pos="7261"/>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snapToObjects="1">
      <p:cViewPr varScale="1">
        <p:scale>
          <a:sx n="25" d="100"/>
          <a:sy n="25" d="100"/>
        </p:scale>
        <p:origin x="3480" y="7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8/10/relationships/authors" Target="authors.xml"/><Relationship Id="rId3" Type="http://schemas.openxmlformats.org/officeDocument/2006/relationships/customXml" Target="../customXml/item3.xml"/><Relationship Id="rId21"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2426ABF-A8C0-D94B-8DA4-89B3D95177FD}"/>
              </a:ext>
            </a:extLst>
          </p:cNvPr>
          <p:cNvSpPr>
            <a:spLocks noGrp="1"/>
          </p:cNvSpPr>
          <p:nvPr>
            <p:ph type="hdr" sz="quarter"/>
          </p:nvPr>
        </p:nvSpPr>
        <p:spPr>
          <a:xfrm>
            <a:off x="0" y="0"/>
            <a:ext cx="5943600" cy="1222375"/>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F73E1C36-C21F-0B70-27E7-5B59DAE27561}"/>
              </a:ext>
            </a:extLst>
          </p:cNvPr>
          <p:cNvSpPr>
            <a:spLocks noGrp="1"/>
          </p:cNvSpPr>
          <p:nvPr>
            <p:ph type="dt" sz="quarter" idx="1"/>
          </p:nvPr>
        </p:nvSpPr>
        <p:spPr>
          <a:xfrm>
            <a:off x="7769225" y="0"/>
            <a:ext cx="5943600" cy="1222375"/>
          </a:xfrm>
          <a:prstGeom prst="rect">
            <a:avLst/>
          </a:prstGeom>
        </p:spPr>
        <p:txBody>
          <a:bodyPr vert="horz" lIns="91440" tIns="45720" rIns="91440" bIns="45720" rtlCol="0"/>
          <a:lstStyle>
            <a:lvl1pPr algn="r">
              <a:defRPr sz="1200"/>
            </a:lvl1pPr>
          </a:lstStyle>
          <a:p>
            <a:fld id="{AA970FB6-164E-0840-A35B-09E9F3D45F76}" type="datetimeyyyy">
              <a:rPr lang="en-US" smtClean="0"/>
              <a:t>2026</a:t>
            </a:fld>
            <a:endParaRPr lang="en-US" dirty="0"/>
          </a:p>
        </p:txBody>
      </p:sp>
      <p:sp>
        <p:nvSpPr>
          <p:cNvPr id="4" name="Footer Placeholder 3">
            <a:extLst>
              <a:ext uri="{FF2B5EF4-FFF2-40B4-BE49-F238E27FC236}">
                <a16:creationId xmlns:a16="http://schemas.microsoft.com/office/drawing/2014/main" id="{E5942066-244B-8673-5E9A-26E4265AD0B2}"/>
              </a:ext>
            </a:extLst>
          </p:cNvPr>
          <p:cNvSpPr>
            <a:spLocks noGrp="1"/>
          </p:cNvSpPr>
          <p:nvPr>
            <p:ph type="ftr" sz="quarter" idx="2"/>
          </p:nvPr>
        </p:nvSpPr>
        <p:spPr>
          <a:xfrm>
            <a:off x="0" y="23161625"/>
            <a:ext cx="5943600" cy="1222375"/>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2530EE97-1F54-6631-A4BB-FD938296488E}"/>
              </a:ext>
            </a:extLst>
          </p:cNvPr>
          <p:cNvSpPr>
            <a:spLocks noGrp="1"/>
          </p:cNvSpPr>
          <p:nvPr>
            <p:ph type="sldNum" sz="quarter" idx="3"/>
          </p:nvPr>
        </p:nvSpPr>
        <p:spPr>
          <a:xfrm>
            <a:off x="7769225" y="23161625"/>
            <a:ext cx="5943600" cy="1222375"/>
          </a:xfrm>
          <a:prstGeom prst="rect">
            <a:avLst/>
          </a:prstGeom>
        </p:spPr>
        <p:txBody>
          <a:bodyPr vert="horz" lIns="91440" tIns="45720" rIns="91440" bIns="45720" rtlCol="0" anchor="b"/>
          <a:lstStyle>
            <a:lvl1pPr algn="r">
              <a:defRPr sz="1200"/>
            </a:lvl1pPr>
          </a:lstStyle>
          <a:p>
            <a:fld id="{420BD0AB-C59E-4A46-83D3-F07787446BA0}" type="slidenum">
              <a:rPr lang="en-US" smtClean="0"/>
              <a:t>‹#›</a:t>
            </a:fld>
            <a:endParaRPr lang="en-US" dirty="0"/>
          </a:p>
        </p:txBody>
      </p:sp>
    </p:spTree>
    <p:extLst>
      <p:ext uri="{BB962C8B-B14F-4D97-AF65-F5344CB8AC3E}">
        <p14:creationId xmlns:p14="http://schemas.microsoft.com/office/powerpoint/2010/main" val="4133783596"/>
      </p:ext>
    </p:extLst>
  </p:cSld>
  <p:clrMap bg1="lt1" tx1="dk1" bg2="lt2" tx2="dk2" accent1="accent1" accent2="accent2" accent3="accent3" accent4="accent4" accent5="accent5" accent6="accent6" hlink="hlink" folHlink="folHlink"/>
  <p:hf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80866786"/>
      </p:ext>
    </p:extLst>
  </p:cSld>
  <p:clrMap bg1="lt1" tx1="dk1" bg2="lt2" tx2="dk2" accent1="accent1" accent2="accent2" accent3="accent3" accent4="accent4" accent5="accent5" accent6="accent6" hlink="hlink" folHlink="folHlink"/>
  <p:hf hdr="0" ftr="0"/>
  <p:notesStyle>
    <a:lvl1pPr marL="0" algn="l" defTabSz="457200" rtl="0" eaLnBrk="1" latinLnBrk="0" hangingPunct="1">
      <a:defRPr sz="600" kern="1200">
        <a:solidFill>
          <a:schemeClr val="tx1"/>
        </a:solidFill>
        <a:latin typeface="+mn-lt"/>
        <a:ea typeface="+mn-ea"/>
        <a:cs typeface="+mn-cs"/>
      </a:defRPr>
    </a:lvl1pPr>
    <a:lvl2pPr marL="228600" algn="l" defTabSz="457200" rtl="0" eaLnBrk="1" latinLnBrk="0" hangingPunct="1">
      <a:defRPr sz="600" kern="1200">
        <a:solidFill>
          <a:schemeClr val="tx1"/>
        </a:solidFill>
        <a:latin typeface="+mn-lt"/>
        <a:ea typeface="+mn-ea"/>
        <a:cs typeface="+mn-cs"/>
      </a:defRPr>
    </a:lvl2pPr>
    <a:lvl3pPr marL="457200" algn="l" defTabSz="457200" rtl="0" eaLnBrk="1" latinLnBrk="0" hangingPunct="1">
      <a:defRPr sz="600" kern="1200">
        <a:solidFill>
          <a:schemeClr val="tx1"/>
        </a:solidFill>
        <a:latin typeface="+mn-lt"/>
        <a:ea typeface="+mn-ea"/>
        <a:cs typeface="+mn-cs"/>
      </a:defRPr>
    </a:lvl3pPr>
    <a:lvl4pPr marL="685800" algn="l" defTabSz="457200" rtl="0" eaLnBrk="1" latinLnBrk="0" hangingPunct="1">
      <a:defRPr sz="600" kern="1200">
        <a:solidFill>
          <a:schemeClr val="tx1"/>
        </a:solidFill>
        <a:latin typeface="+mn-lt"/>
        <a:ea typeface="+mn-ea"/>
        <a:cs typeface="+mn-cs"/>
      </a:defRPr>
    </a:lvl4pPr>
    <a:lvl5pPr marL="914400" algn="l" defTabSz="457200" rtl="0" eaLnBrk="1" latinLnBrk="0" hangingPunct="1">
      <a:defRPr sz="600" kern="1200">
        <a:solidFill>
          <a:schemeClr val="tx1"/>
        </a:solidFill>
        <a:latin typeface="+mn-lt"/>
        <a:ea typeface="+mn-ea"/>
        <a:cs typeface="+mn-cs"/>
      </a:defRPr>
    </a:lvl5pPr>
    <a:lvl6pPr marL="1143000" algn="l" defTabSz="457200" rtl="0" eaLnBrk="1" latinLnBrk="0" hangingPunct="1">
      <a:defRPr sz="600" kern="1200">
        <a:solidFill>
          <a:schemeClr val="tx1"/>
        </a:solidFill>
        <a:latin typeface="+mn-lt"/>
        <a:ea typeface="+mn-ea"/>
        <a:cs typeface="+mn-cs"/>
      </a:defRPr>
    </a:lvl6pPr>
    <a:lvl7pPr marL="1371600" algn="l" defTabSz="457200" rtl="0" eaLnBrk="1" latinLnBrk="0" hangingPunct="1">
      <a:defRPr sz="600" kern="1200">
        <a:solidFill>
          <a:schemeClr val="tx1"/>
        </a:solidFill>
        <a:latin typeface="+mn-lt"/>
        <a:ea typeface="+mn-ea"/>
        <a:cs typeface="+mn-cs"/>
      </a:defRPr>
    </a:lvl7pPr>
    <a:lvl8pPr marL="1600200" algn="l" defTabSz="457200" rtl="0" eaLnBrk="1" latinLnBrk="0" hangingPunct="1">
      <a:defRPr sz="600" kern="1200">
        <a:solidFill>
          <a:schemeClr val="tx1"/>
        </a:solidFill>
        <a:latin typeface="+mn-lt"/>
        <a:ea typeface="+mn-ea"/>
        <a:cs typeface="+mn-cs"/>
      </a:defRPr>
    </a:lvl8pPr>
    <a:lvl9pPr marL="1828800" algn="l" defTabSz="457200" rtl="0" eaLnBrk="1" latinLnBrk="0" hangingPunct="1">
      <a:defRPr sz="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29976548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5877361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32949312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F31B5D-485B-3627-F5F9-0879D2F9A6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5954B5-2A2C-D2C1-EA7E-FD7F17BDA1A1}"/>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3DDD6A3C-EE89-73E2-7247-35A1AF2A96A8}"/>
              </a:ext>
            </a:extLst>
          </p:cNvPr>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36044299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10193977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E46075-95E9-DE1D-413C-993EA8FDEC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C34C33-439D-351A-6343-F599549A7350}"/>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7297B7F8-7AFA-CFCB-368A-EBAC8A8682A1}"/>
              </a:ext>
            </a:extLst>
          </p:cNvPr>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54621831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561CF9-5411-4A4E-A8E4-352F8644D03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3ABCA8-BBA2-4057-6D88-6E4E732AF94F}"/>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3D62FA13-0F17-3F56-649B-A3647340542E}"/>
              </a:ext>
            </a:extLst>
          </p:cNvPr>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306813549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67143D-EBCD-DCD7-E6A1-648632B0B0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902CCA9-ED43-1D4C-05DA-9C271A584F8E}"/>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131F0675-F10A-983F-FEF9-E5F62F1996A3}"/>
              </a:ext>
            </a:extLst>
          </p:cNvPr>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344235716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E15B2F-B2E3-3840-A8E1-B35812AD70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B52AD1-91A4-A75F-6AAE-3D1F55F8F1E9}"/>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E763FF34-D620-2431-8A05-6F15F0BFC8B5}"/>
              </a:ext>
            </a:extLst>
          </p:cNvPr>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11144304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545ECC-90D4-C134-6E8E-7C94516ADF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0844D82-CC30-3369-9595-05729926C3F6}"/>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D5A48320-BC6A-445C-B158-DE532F7BBA04}"/>
              </a:ext>
            </a:extLst>
          </p:cNvPr>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77879362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1F667A-68DB-8F20-CE76-93187FFDC0A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BFD500-FDCB-0255-C70B-C42B623CC35E}"/>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A4FF8544-B4B2-A6D7-B170-4D52CDA5EB90}"/>
              </a:ext>
            </a:extLst>
          </p:cNvPr>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1426435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153B2B-5112-F2DF-5BDB-F19C0B4E18E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1D2C2D-56C8-0591-701B-87CB42008BAD}"/>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215B8ACD-9388-E24E-F74B-D8C30002180E}"/>
              </a:ext>
            </a:extLst>
          </p:cNvPr>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139342608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AA92AF-A876-22A3-2EC9-D2CDCE8223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F3DF8E5-811C-B78B-54E9-E0CDEA48E6F3}"/>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1658EB1E-08BB-253C-5C72-E1E5393D41A7}"/>
              </a:ext>
            </a:extLst>
          </p:cNvPr>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9424943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472399-408F-847A-C7AF-51B7A8A409B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6E6C52-9454-C6A8-1550-FBDC73C0466B}"/>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EE0BB28A-7781-1832-E4FD-46D829A680AC}"/>
              </a:ext>
            </a:extLst>
          </p:cNvPr>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186284789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8766708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accent1"/>
        </a:solidFill>
        <a:effectLst/>
      </p:bgPr>
    </p:bg>
    <p:spTree>
      <p:nvGrpSpPr>
        <p:cNvPr id="1" name=""/>
        <p:cNvGrpSpPr/>
        <p:nvPr/>
      </p:nvGrpSpPr>
      <p:grpSpPr>
        <a:xfrm>
          <a:off x="0" y="0"/>
          <a:ext cx="0" cy="0"/>
          <a:chOff x="0" y="0"/>
          <a:chExt cx="0" cy="0"/>
        </a:xfrm>
      </p:grpSpPr>
      <p:sp>
        <p:nvSpPr>
          <p:cNvPr id="15" name="Image 0">
            <a:extLst>
              <a:ext uri="{FF2B5EF4-FFF2-40B4-BE49-F238E27FC236}">
                <a16:creationId xmlns:a16="http://schemas.microsoft.com/office/drawing/2014/main" id="{BA5D5A72-CB6F-F8DE-E2C9-90459C8C3DC1}"/>
              </a:ext>
              <a:ext uri="{C183D7F6-B498-43B3-948B-1728B52AA6E4}">
                <adec:decorative xmlns:adec="http://schemas.microsoft.com/office/drawing/2017/decorative" val="1"/>
              </a:ext>
            </a:extLst>
          </p:cNvPr>
          <p:cNvSpPr/>
          <p:nvPr/>
        </p:nvSpPr>
        <p:spPr>
          <a:xfrm>
            <a:off x="0" y="0"/>
            <a:ext cx="5295900" cy="6877050"/>
          </a:xfrm>
          <a:custGeom>
            <a:avLst/>
            <a:gdLst>
              <a:gd name="connsiteX0" fmla="*/ 0 w 5295900"/>
              <a:gd name="connsiteY0" fmla="*/ 0 h 6877050"/>
              <a:gd name="connsiteX1" fmla="*/ 5295900 w 5295900"/>
              <a:gd name="connsiteY1" fmla="*/ 0 h 6877050"/>
              <a:gd name="connsiteX2" fmla="*/ 5295900 w 5295900"/>
              <a:gd name="connsiteY2" fmla="*/ 6877050 h 6877050"/>
              <a:gd name="connsiteX3" fmla="*/ 0 w 5295900"/>
              <a:gd name="connsiteY3" fmla="*/ 6877050 h 6877050"/>
            </a:gdLst>
            <a:ahLst/>
            <a:cxnLst>
              <a:cxn ang="0">
                <a:pos x="connsiteX0" y="connsiteY0"/>
              </a:cxn>
              <a:cxn ang="0">
                <a:pos x="connsiteX1" y="connsiteY1"/>
              </a:cxn>
              <a:cxn ang="0">
                <a:pos x="connsiteX2" y="connsiteY2"/>
              </a:cxn>
              <a:cxn ang="0">
                <a:pos x="connsiteX3" y="connsiteY3"/>
              </a:cxn>
            </a:cxnLst>
            <a:rect l="l" t="t" r="r" b="b"/>
            <a:pathLst>
              <a:path w="5295900" h="6877050">
                <a:moveTo>
                  <a:pt x="0" y="0"/>
                </a:moveTo>
                <a:lnTo>
                  <a:pt x="5295900" y="0"/>
                </a:lnTo>
                <a:lnTo>
                  <a:pt x="5295900" y="6877050"/>
                </a:lnTo>
                <a:lnTo>
                  <a:pt x="0" y="6877050"/>
                </a:lnTo>
                <a:close/>
              </a:path>
            </a:pathLst>
          </a:custGeom>
          <a:solidFill>
            <a:schemeClr val="accent3"/>
          </a:solidFill>
          <a:ln w="4763" cap="flat">
            <a:noFill/>
            <a:prstDash val="solid"/>
            <a:miter/>
          </a:ln>
        </p:spPr>
        <p:txBody>
          <a:bodyPr rtlCol="0" anchor="ctr">
            <a:noAutofit/>
          </a:bodyPr>
          <a:lstStyle/>
          <a:p>
            <a:endParaRPr lang="en-US" dirty="0"/>
          </a:p>
        </p:txBody>
      </p:sp>
      <p:sp>
        <p:nvSpPr>
          <p:cNvPr id="20" name="Freeform: Shape 19">
            <a:extLst>
              <a:ext uri="{FF2B5EF4-FFF2-40B4-BE49-F238E27FC236}">
                <a16:creationId xmlns:a16="http://schemas.microsoft.com/office/drawing/2014/main" id="{E66FD7FF-2869-7902-36B2-2B229AB9AB19}"/>
              </a:ext>
              <a:ext uri="{C183D7F6-B498-43B3-948B-1728B52AA6E4}">
                <adec:decorative xmlns:adec="http://schemas.microsoft.com/office/drawing/2017/decorative" val="1"/>
              </a:ext>
            </a:extLst>
          </p:cNvPr>
          <p:cNvSpPr/>
          <p:nvPr userDrawn="1"/>
        </p:nvSpPr>
        <p:spPr>
          <a:xfrm>
            <a:off x="1500188" y="1173106"/>
            <a:ext cx="9191625" cy="5704772"/>
          </a:xfrm>
          <a:custGeom>
            <a:avLst/>
            <a:gdLst>
              <a:gd name="connsiteX0" fmla="*/ 4595813 w 9191625"/>
              <a:gd name="connsiteY0" fmla="*/ 0 h 5704772"/>
              <a:gd name="connsiteX1" fmla="*/ 9191625 w 9191625"/>
              <a:gd name="connsiteY1" fmla="*/ 4592108 h 5704772"/>
              <a:gd name="connsiteX2" fmla="*/ 9191625 w 9191625"/>
              <a:gd name="connsiteY2" fmla="*/ 5704772 h 5704772"/>
              <a:gd name="connsiteX3" fmla="*/ 0 w 9191625"/>
              <a:gd name="connsiteY3" fmla="*/ 5704772 h 5704772"/>
              <a:gd name="connsiteX4" fmla="*/ 0 w 9191625"/>
              <a:gd name="connsiteY4" fmla="*/ 4592108 h 5704772"/>
              <a:gd name="connsiteX5" fmla="*/ 4595813 w 9191625"/>
              <a:gd name="connsiteY5" fmla="*/ 0 h 5704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91625" h="5704772">
                <a:moveTo>
                  <a:pt x="4595813" y="0"/>
                </a:moveTo>
                <a:cubicBezTo>
                  <a:pt x="7133987" y="0"/>
                  <a:pt x="9191625" y="2055957"/>
                  <a:pt x="9191625" y="4592108"/>
                </a:cubicBezTo>
                <a:lnTo>
                  <a:pt x="9191625" y="5704772"/>
                </a:lnTo>
                <a:lnTo>
                  <a:pt x="0" y="5704772"/>
                </a:lnTo>
                <a:lnTo>
                  <a:pt x="0" y="4592108"/>
                </a:lnTo>
                <a:cubicBezTo>
                  <a:pt x="0" y="2055957"/>
                  <a:pt x="2057614" y="0"/>
                  <a:pt x="4595813" y="0"/>
                </a:cubicBezTo>
                <a:close/>
              </a:path>
            </a:pathLst>
          </a:custGeom>
          <a:solidFill>
            <a:schemeClr val="accent6"/>
          </a:soli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8" name="Freeform: Shape 17">
            <a:extLst>
              <a:ext uri="{FF2B5EF4-FFF2-40B4-BE49-F238E27FC236}">
                <a16:creationId xmlns:a16="http://schemas.microsoft.com/office/drawing/2014/main" id="{B1457C88-4472-81CF-02AF-4421E0A3084B}"/>
              </a:ext>
              <a:ext uri="{C183D7F6-B498-43B3-948B-1728B52AA6E4}">
                <adec:decorative xmlns:adec="http://schemas.microsoft.com/office/drawing/2017/decorative" val="1"/>
              </a:ext>
            </a:extLst>
          </p:cNvPr>
          <p:cNvSpPr/>
          <p:nvPr userDrawn="1"/>
        </p:nvSpPr>
        <p:spPr>
          <a:xfrm>
            <a:off x="2694429" y="0"/>
            <a:ext cx="6803142" cy="5396474"/>
          </a:xfrm>
          <a:custGeom>
            <a:avLst/>
            <a:gdLst>
              <a:gd name="connsiteX0" fmla="*/ 0 w 6803142"/>
              <a:gd name="connsiteY0" fmla="*/ 0 h 5396474"/>
              <a:gd name="connsiteX1" fmla="*/ 6803142 w 6803142"/>
              <a:gd name="connsiteY1" fmla="*/ 0 h 5396474"/>
              <a:gd name="connsiteX2" fmla="*/ 6803142 w 6803142"/>
              <a:gd name="connsiteY2" fmla="*/ 1997094 h 5396474"/>
              <a:gd name="connsiteX3" fmla="*/ 3401576 w 6803142"/>
              <a:gd name="connsiteY3" fmla="*/ 5396474 h 5396474"/>
              <a:gd name="connsiteX4" fmla="*/ 0 w 6803142"/>
              <a:gd name="connsiteY4" fmla="*/ 1997094 h 53964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03142" h="5396474">
                <a:moveTo>
                  <a:pt x="0" y="0"/>
                </a:moveTo>
                <a:lnTo>
                  <a:pt x="6803142" y="0"/>
                </a:lnTo>
                <a:lnTo>
                  <a:pt x="6803142" y="1997094"/>
                </a:lnTo>
                <a:cubicBezTo>
                  <a:pt x="6803142" y="3874511"/>
                  <a:pt x="5280228" y="5396474"/>
                  <a:pt x="3401576" y="5396474"/>
                </a:cubicBezTo>
                <a:cubicBezTo>
                  <a:pt x="1522938" y="5396474"/>
                  <a:pt x="0" y="3874511"/>
                  <a:pt x="0" y="1997094"/>
                </a:cubicBezTo>
                <a:close/>
              </a:path>
            </a:pathLst>
          </a:custGeom>
          <a:solidFill>
            <a:schemeClr val="bg1">
              <a:alpha val="99000"/>
            </a:schemeClr>
          </a:solidFill>
          <a:ln w="47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ctrTitle" hasCustomPrompt="1"/>
          </p:nvPr>
        </p:nvSpPr>
        <p:spPr>
          <a:xfrm>
            <a:off x="2899790" y="810227"/>
            <a:ext cx="6392421" cy="3831221"/>
          </a:xfrm>
        </p:spPr>
        <p:txBody>
          <a:bodyPr tIns="0" bIns="0" anchor="ctr" anchorCtr="0">
            <a:noAutofit/>
          </a:bodyPr>
          <a:lstStyle>
            <a:lvl1pPr algn="ctr">
              <a:lnSpc>
                <a:spcPct val="100000"/>
              </a:lnSpc>
              <a:defRPr sz="3600"/>
            </a:lvl1pPr>
          </a:lstStyle>
          <a:p>
            <a:r>
              <a:rPr lang="en-US" dirty="0"/>
              <a:t>Click to add title</a:t>
            </a:r>
          </a:p>
        </p:txBody>
      </p:sp>
    </p:spTree>
    <p:extLst>
      <p:ext uri="{BB962C8B-B14F-4D97-AF65-F5344CB8AC3E}">
        <p14:creationId xmlns:p14="http://schemas.microsoft.com/office/powerpoint/2010/main" val="263179980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75923D9E-9381-3D11-B31A-1BF5C97F35B0}"/>
              </a:ext>
              <a:ext uri="{C183D7F6-B498-43B3-948B-1728B52AA6E4}">
                <adec:decorative xmlns:adec="http://schemas.microsoft.com/office/drawing/2017/decorative" val="1"/>
              </a:ext>
            </a:extLst>
          </p:cNvPr>
          <p:cNvGrpSpPr/>
          <p:nvPr userDrawn="1"/>
        </p:nvGrpSpPr>
        <p:grpSpPr>
          <a:xfrm>
            <a:off x="6452303" y="3405019"/>
            <a:ext cx="5739697" cy="3467971"/>
            <a:chOff x="5009037" y="2525712"/>
            <a:chExt cx="7170193" cy="4332288"/>
          </a:xfrm>
        </p:grpSpPr>
        <p:sp>
          <p:nvSpPr>
            <p:cNvPr id="7" name="Freeform 7">
              <a:extLst>
                <a:ext uri="{FF2B5EF4-FFF2-40B4-BE49-F238E27FC236}">
                  <a16:creationId xmlns:a16="http://schemas.microsoft.com/office/drawing/2014/main" id="{89E777D0-3240-08CE-6B6C-B33B910B8490}"/>
                </a:ext>
              </a:extLst>
            </p:cNvPr>
            <p:cNvSpPr>
              <a:spLocks/>
            </p:cNvSpPr>
            <p:nvPr/>
          </p:nvSpPr>
          <p:spPr bwMode="auto">
            <a:xfrm>
              <a:off x="5009037" y="2525712"/>
              <a:ext cx="3601721" cy="4332288"/>
            </a:xfrm>
            <a:custGeom>
              <a:avLst/>
              <a:gdLst>
                <a:gd name="T0" fmla="*/ 1198 w 1198"/>
                <a:gd name="T1" fmla="*/ 0 h 1441"/>
                <a:gd name="T2" fmla="*/ 0 w 1198"/>
                <a:gd name="T3" fmla="*/ 1441 h 1441"/>
                <a:gd name="T4" fmla="*/ 1198 w 1198"/>
                <a:gd name="T5" fmla="*/ 1441 h 1441"/>
                <a:gd name="T6" fmla="*/ 1198 w 1198"/>
                <a:gd name="T7" fmla="*/ 0 h 1441"/>
              </a:gdLst>
              <a:ahLst/>
              <a:cxnLst>
                <a:cxn ang="0">
                  <a:pos x="T0" y="T1"/>
                </a:cxn>
                <a:cxn ang="0">
                  <a:pos x="T2" y="T3"/>
                </a:cxn>
                <a:cxn ang="0">
                  <a:pos x="T4" y="T5"/>
                </a:cxn>
                <a:cxn ang="0">
                  <a:pos x="T6" y="T7"/>
                </a:cxn>
              </a:cxnLst>
              <a:rect l="0" t="0" r="r" b="b"/>
              <a:pathLst>
                <a:path w="1198" h="1441">
                  <a:moveTo>
                    <a:pt x="1198" y="0"/>
                  </a:moveTo>
                  <a:lnTo>
                    <a:pt x="0" y="1441"/>
                  </a:lnTo>
                  <a:lnTo>
                    <a:pt x="1198" y="1441"/>
                  </a:lnTo>
                  <a:lnTo>
                    <a:pt x="1198" y="0"/>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8" name="Freeform 6">
              <a:extLst>
                <a:ext uri="{FF2B5EF4-FFF2-40B4-BE49-F238E27FC236}">
                  <a16:creationId xmlns:a16="http://schemas.microsoft.com/office/drawing/2014/main" id="{EFEA81A2-6893-518C-6AF3-37C987789C86}"/>
                </a:ext>
              </a:extLst>
            </p:cNvPr>
            <p:cNvSpPr>
              <a:spLocks/>
            </p:cNvSpPr>
            <p:nvPr/>
          </p:nvSpPr>
          <p:spPr bwMode="auto">
            <a:xfrm>
              <a:off x="8589536" y="2525712"/>
              <a:ext cx="3589694" cy="4332288"/>
            </a:xfrm>
            <a:custGeom>
              <a:avLst/>
              <a:gdLst>
                <a:gd name="T0" fmla="*/ 0 w 1194"/>
                <a:gd name="T1" fmla="*/ 0 h 1441"/>
                <a:gd name="T2" fmla="*/ 1194 w 1194"/>
                <a:gd name="T3" fmla="*/ 1441 h 1441"/>
                <a:gd name="T4" fmla="*/ 0 w 1194"/>
                <a:gd name="T5" fmla="*/ 1441 h 1441"/>
                <a:gd name="T6" fmla="*/ 0 w 1194"/>
                <a:gd name="T7" fmla="*/ 0 h 1441"/>
              </a:gdLst>
              <a:ahLst/>
              <a:cxnLst>
                <a:cxn ang="0">
                  <a:pos x="T0" y="T1"/>
                </a:cxn>
                <a:cxn ang="0">
                  <a:pos x="T2" y="T3"/>
                </a:cxn>
                <a:cxn ang="0">
                  <a:pos x="T4" y="T5"/>
                </a:cxn>
                <a:cxn ang="0">
                  <a:pos x="T6" y="T7"/>
                </a:cxn>
              </a:cxnLst>
              <a:rect l="0" t="0" r="r" b="b"/>
              <a:pathLst>
                <a:path w="1194" h="1441">
                  <a:moveTo>
                    <a:pt x="0" y="0"/>
                  </a:moveTo>
                  <a:lnTo>
                    <a:pt x="1194" y="1441"/>
                  </a:lnTo>
                  <a:lnTo>
                    <a:pt x="0" y="1441"/>
                  </a:lnTo>
                  <a:lnTo>
                    <a:pt x="0" y="0"/>
                  </a:lnTo>
                  <a:close/>
                </a:path>
              </a:pathLst>
            </a:custGeom>
            <a:solidFill>
              <a:schemeClr val="accent2"/>
            </a:solidFill>
            <a:ln>
              <a:noFill/>
            </a:ln>
          </p:spPr>
          <p:txBody>
            <a:bodyPr vert="horz" wrap="square" lIns="91440" tIns="45720" rIns="91440" bIns="45720" numCol="1" anchor="t" anchorCtr="0" compatLnSpc="1">
              <a:prstTxWarp prst="textNoShape">
                <a:avLst/>
              </a:prstTxWarp>
              <a:noAutofit/>
            </a:bodyPr>
            <a:lstStyle/>
            <a:p>
              <a:endParaRPr lang="en-US" dirty="0"/>
            </a:p>
          </p:txBody>
        </p:sp>
      </p:grpSp>
      <p:grpSp>
        <p:nvGrpSpPr>
          <p:cNvPr id="9" name="Group 8">
            <a:extLst>
              <a:ext uri="{FF2B5EF4-FFF2-40B4-BE49-F238E27FC236}">
                <a16:creationId xmlns:a16="http://schemas.microsoft.com/office/drawing/2014/main" id="{0F297964-0B81-31DC-6D6D-1414832238B1}"/>
              </a:ext>
              <a:ext uri="{C183D7F6-B498-43B3-948B-1728B52AA6E4}">
                <adec:decorative xmlns:adec="http://schemas.microsoft.com/office/drawing/2017/decorative" val="1"/>
              </a:ext>
            </a:extLst>
          </p:cNvPr>
          <p:cNvGrpSpPr/>
          <p:nvPr userDrawn="1"/>
        </p:nvGrpSpPr>
        <p:grpSpPr>
          <a:xfrm flipH="1" flipV="1">
            <a:off x="6465610" y="0"/>
            <a:ext cx="5739697" cy="3467971"/>
            <a:chOff x="5183405" y="2678112"/>
            <a:chExt cx="7170193" cy="4332288"/>
          </a:xfrm>
        </p:grpSpPr>
        <p:sp>
          <p:nvSpPr>
            <p:cNvPr id="10" name="Freeform 7">
              <a:extLst>
                <a:ext uri="{FF2B5EF4-FFF2-40B4-BE49-F238E27FC236}">
                  <a16:creationId xmlns:a16="http://schemas.microsoft.com/office/drawing/2014/main" id="{CE4FDB43-7466-4B74-330E-836DA9504C90}"/>
                </a:ext>
              </a:extLst>
            </p:cNvPr>
            <p:cNvSpPr>
              <a:spLocks/>
            </p:cNvSpPr>
            <p:nvPr/>
          </p:nvSpPr>
          <p:spPr bwMode="auto">
            <a:xfrm>
              <a:off x="5183405" y="2678112"/>
              <a:ext cx="3601721" cy="4332288"/>
            </a:xfrm>
            <a:custGeom>
              <a:avLst/>
              <a:gdLst>
                <a:gd name="T0" fmla="*/ 1198 w 1198"/>
                <a:gd name="T1" fmla="*/ 0 h 1441"/>
                <a:gd name="T2" fmla="*/ 0 w 1198"/>
                <a:gd name="T3" fmla="*/ 1441 h 1441"/>
                <a:gd name="T4" fmla="*/ 1198 w 1198"/>
                <a:gd name="T5" fmla="*/ 1441 h 1441"/>
                <a:gd name="T6" fmla="*/ 1198 w 1198"/>
                <a:gd name="T7" fmla="*/ 0 h 1441"/>
              </a:gdLst>
              <a:ahLst/>
              <a:cxnLst>
                <a:cxn ang="0">
                  <a:pos x="T0" y="T1"/>
                </a:cxn>
                <a:cxn ang="0">
                  <a:pos x="T2" y="T3"/>
                </a:cxn>
                <a:cxn ang="0">
                  <a:pos x="T4" y="T5"/>
                </a:cxn>
                <a:cxn ang="0">
                  <a:pos x="T6" y="T7"/>
                </a:cxn>
              </a:cxnLst>
              <a:rect l="0" t="0" r="r" b="b"/>
              <a:pathLst>
                <a:path w="1198" h="1441">
                  <a:moveTo>
                    <a:pt x="1198" y="0"/>
                  </a:moveTo>
                  <a:lnTo>
                    <a:pt x="0" y="1441"/>
                  </a:lnTo>
                  <a:lnTo>
                    <a:pt x="1198" y="1441"/>
                  </a:lnTo>
                  <a:lnTo>
                    <a:pt x="1198" y="0"/>
                  </a:lnTo>
                  <a:close/>
                </a:path>
              </a:pathLst>
            </a:custGeom>
            <a:solidFill>
              <a:schemeClr val="accent4"/>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11" name="Freeform 6">
              <a:extLst>
                <a:ext uri="{FF2B5EF4-FFF2-40B4-BE49-F238E27FC236}">
                  <a16:creationId xmlns:a16="http://schemas.microsoft.com/office/drawing/2014/main" id="{2EA39DB9-F1B4-F4E9-CF4D-717B0CD747DA}"/>
                </a:ext>
              </a:extLst>
            </p:cNvPr>
            <p:cNvSpPr>
              <a:spLocks/>
            </p:cNvSpPr>
            <p:nvPr/>
          </p:nvSpPr>
          <p:spPr bwMode="auto">
            <a:xfrm>
              <a:off x="8763903" y="2678112"/>
              <a:ext cx="3589695" cy="4332288"/>
            </a:xfrm>
            <a:custGeom>
              <a:avLst/>
              <a:gdLst>
                <a:gd name="T0" fmla="*/ 0 w 1194"/>
                <a:gd name="T1" fmla="*/ 0 h 1441"/>
                <a:gd name="T2" fmla="*/ 1194 w 1194"/>
                <a:gd name="T3" fmla="*/ 1441 h 1441"/>
                <a:gd name="T4" fmla="*/ 0 w 1194"/>
                <a:gd name="T5" fmla="*/ 1441 h 1441"/>
                <a:gd name="T6" fmla="*/ 0 w 1194"/>
                <a:gd name="T7" fmla="*/ 0 h 1441"/>
              </a:gdLst>
              <a:ahLst/>
              <a:cxnLst>
                <a:cxn ang="0">
                  <a:pos x="T0" y="T1"/>
                </a:cxn>
                <a:cxn ang="0">
                  <a:pos x="T2" y="T3"/>
                </a:cxn>
                <a:cxn ang="0">
                  <a:pos x="T4" y="T5"/>
                </a:cxn>
                <a:cxn ang="0">
                  <a:pos x="T6" y="T7"/>
                </a:cxn>
              </a:cxnLst>
              <a:rect l="0" t="0" r="r" b="b"/>
              <a:pathLst>
                <a:path w="1194" h="1441">
                  <a:moveTo>
                    <a:pt x="0" y="0"/>
                  </a:moveTo>
                  <a:lnTo>
                    <a:pt x="1194" y="1441"/>
                  </a:lnTo>
                  <a:lnTo>
                    <a:pt x="0" y="1441"/>
                  </a:lnTo>
                  <a:lnTo>
                    <a:pt x="0" y="0"/>
                  </a:lnTo>
                  <a:close/>
                </a:path>
              </a:pathLst>
            </a:custGeom>
            <a:solidFill>
              <a:schemeClr val="accent5"/>
            </a:solidFill>
            <a:ln>
              <a:noFill/>
            </a:ln>
          </p:spPr>
          <p:txBody>
            <a:bodyPr vert="horz" wrap="square" lIns="91440" tIns="45720" rIns="91440" bIns="45720" numCol="1" anchor="t" anchorCtr="0" compatLnSpc="1">
              <a:prstTxWarp prst="textNoShape">
                <a:avLst/>
              </a:prstTxWarp>
              <a:noAutofit/>
            </a:bodyPr>
            <a:lstStyle/>
            <a:p>
              <a:endParaRPr lang="en-US" dirty="0"/>
            </a:p>
          </p:txBody>
        </p:sp>
      </p:grpSp>
      <p:sp>
        <p:nvSpPr>
          <p:cNvPr id="14" name="Image 2">
            <a:extLst>
              <a:ext uri="{FF2B5EF4-FFF2-40B4-BE49-F238E27FC236}">
                <a16:creationId xmlns:a16="http://schemas.microsoft.com/office/drawing/2014/main" id="{EFFAEAD9-58A9-096B-C6D0-58F7AD08EB20}"/>
              </a:ext>
              <a:ext uri="{C183D7F6-B498-43B3-948B-1728B52AA6E4}">
                <adec:decorative xmlns:adec="http://schemas.microsoft.com/office/drawing/2017/decorative" val="1"/>
              </a:ext>
            </a:extLst>
          </p:cNvPr>
          <p:cNvSpPr/>
          <p:nvPr/>
        </p:nvSpPr>
        <p:spPr>
          <a:xfrm>
            <a:off x="7642518" y="4577658"/>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noAutofit/>
          </a:bodyPr>
          <a:lstStyle/>
          <a:p>
            <a:endParaRPr lang="en-US" dirty="0"/>
          </a:p>
        </p:txBody>
      </p:sp>
      <p:sp>
        <p:nvSpPr>
          <p:cNvPr id="2" name="Title 1">
            <a:extLst>
              <a:ext uri="{FF2B5EF4-FFF2-40B4-BE49-F238E27FC236}">
                <a16:creationId xmlns:a16="http://schemas.microsoft.com/office/drawing/2014/main" id="{9A1CFBBA-B680-A6A7-3C4B-5FEAC4253283}"/>
              </a:ext>
            </a:extLst>
          </p:cNvPr>
          <p:cNvSpPr>
            <a:spLocks noGrp="1"/>
          </p:cNvSpPr>
          <p:nvPr>
            <p:ph type="title" hasCustomPrompt="1"/>
          </p:nvPr>
        </p:nvSpPr>
        <p:spPr>
          <a:xfrm>
            <a:off x="914400" y="1057274"/>
            <a:ext cx="6583680" cy="1531357"/>
          </a:xfrm>
        </p:spPr>
        <p:txBody>
          <a:bodyPr tIns="0" bIns="0">
            <a:noAutofit/>
          </a:bodyPr>
          <a:lstStyle>
            <a:lvl1pPr algn="l">
              <a:lnSpc>
                <a:spcPct val="100000"/>
              </a:lnSpc>
              <a:defRPr sz="3600"/>
            </a:lvl1pPr>
          </a:lstStyle>
          <a:p>
            <a:r>
              <a:rPr lang="en-US" dirty="0"/>
              <a:t>Click to add title</a:t>
            </a:r>
          </a:p>
        </p:txBody>
      </p:sp>
      <p:sp>
        <p:nvSpPr>
          <p:cNvPr id="13" name="Content Placeholder 2">
            <a:extLst>
              <a:ext uri="{FF2B5EF4-FFF2-40B4-BE49-F238E27FC236}">
                <a16:creationId xmlns:a16="http://schemas.microsoft.com/office/drawing/2014/main" id="{72386C43-DD10-E892-08AD-D6F4AE9617DD}"/>
              </a:ext>
            </a:extLst>
          </p:cNvPr>
          <p:cNvSpPr>
            <a:spLocks noGrp="1"/>
          </p:cNvSpPr>
          <p:nvPr>
            <p:ph idx="1" hasCustomPrompt="1"/>
          </p:nvPr>
        </p:nvSpPr>
        <p:spPr>
          <a:xfrm>
            <a:off x="914400" y="2834640"/>
            <a:ext cx="6583680" cy="3207344"/>
          </a:xfrm>
        </p:spPr>
        <p:txBody>
          <a:bodyPr lIns="91440" tIns="0" rIns="91440" bIns="0">
            <a:normAutofit/>
          </a:bodyPr>
          <a:lstStyle>
            <a:lvl1pPr marL="0" indent="0">
              <a:lnSpc>
                <a:spcPct val="150000"/>
              </a:lnSpc>
              <a:spcBef>
                <a:spcPts val="0"/>
              </a:spcBef>
              <a:buNone/>
              <a:defRPr sz="2400"/>
            </a:lvl1pPr>
            <a:lvl2pPr marL="347472">
              <a:lnSpc>
                <a:spcPct val="150000"/>
              </a:lnSpc>
              <a:spcBef>
                <a:spcPts val="0"/>
              </a:spcBef>
              <a:defRPr sz="2000"/>
            </a:lvl2pPr>
            <a:lvl3pPr marL="685800">
              <a:lnSpc>
                <a:spcPct val="150000"/>
              </a:lnSpc>
              <a:spcBef>
                <a:spcPts val="0"/>
              </a:spcBef>
              <a:defRPr sz="1800"/>
            </a:lvl3pPr>
          </a:lstStyle>
          <a:p>
            <a:pPr lvl="0"/>
            <a:r>
              <a:rPr lang="en-US" dirty="0"/>
              <a:t>Click to add text</a:t>
            </a:r>
          </a:p>
          <a:p>
            <a:pPr lvl="1"/>
            <a:r>
              <a:rPr lang="en-US" dirty="0"/>
              <a:t>Second level</a:t>
            </a:r>
          </a:p>
          <a:p>
            <a:pPr lvl="2"/>
            <a:r>
              <a:rPr lang="en-US" dirty="0"/>
              <a:t>Third level</a:t>
            </a:r>
          </a:p>
        </p:txBody>
      </p:sp>
      <p:sp>
        <p:nvSpPr>
          <p:cNvPr id="3" name="Slide Number Placeholder 2">
            <a:extLst>
              <a:ext uri="{FF2B5EF4-FFF2-40B4-BE49-F238E27FC236}">
                <a16:creationId xmlns:a16="http://schemas.microsoft.com/office/drawing/2014/main" id="{71114D1E-7749-DD58-8782-318E4F679DE0}"/>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3339645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roduction 2">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537D12D-0FCA-3396-988D-452D3D526E3D}"/>
              </a:ext>
              <a:ext uri="{C183D7F6-B498-43B3-948B-1728B52AA6E4}">
                <adec:decorative xmlns:adec="http://schemas.microsoft.com/office/drawing/2017/decorative" val="1"/>
              </a:ext>
            </a:extLst>
          </p:cNvPr>
          <p:cNvSpPr/>
          <p:nvPr userDrawn="1"/>
        </p:nvSpPr>
        <p:spPr>
          <a:xfrm>
            <a:off x="-24064" y="3390900"/>
            <a:ext cx="12216063" cy="34671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6" name="Rectangle 5">
            <a:extLst>
              <a:ext uri="{FF2B5EF4-FFF2-40B4-BE49-F238E27FC236}">
                <a16:creationId xmlns:a16="http://schemas.microsoft.com/office/drawing/2014/main" id="{11710CE8-8A83-C0D3-623E-AFCC6C6A2930}"/>
              </a:ext>
              <a:ext uri="{C183D7F6-B498-43B3-948B-1728B52AA6E4}">
                <adec:decorative xmlns:adec="http://schemas.microsoft.com/office/drawing/2017/decorative" val="1"/>
              </a:ext>
            </a:extLst>
          </p:cNvPr>
          <p:cNvSpPr/>
          <p:nvPr userDrawn="1"/>
        </p:nvSpPr>
        <p:spPr>
          <a:xfrm>
            <a:off x="443346" y="332509"/>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grpSp>
        <p:nvGrpSpPr>
          <p:cNvPr id="18" name="Group 17">
            <a:extLst>
              <a:ext uri="{FF2B5EF4-FFF2-40B4-BE49-F238E27FC236}">
                <a16:creationId xmlns:a16="http://schemas.microsoft.com/office/drawing/2014/main" id="{7AA66C80-37C3-6D28-7564-733A30B2CD8D}"/>
              </a:ext>
              <a:ext uri="{C183D7F6-B498-43B3-948B-1728B52AA6E4}">
                <adec:decorative xmlns:adec="http://schemas.microsoft.com/office/drawing/2017/decorative" val="1"/>
              </a:ext>
            </a:extLst>
          </p:cNvPr>
          <p:cNvGrpSpPr/>
          <p:nvPr userDrawn="1"/>
        </p:nvGrpSpPr>
        <p:grpSpPr>
          <a:xfrm flipH="1">
            <a:off x="9353550" y="0"/>
            <a:ext cx="2838450" cy="2857958"/>
            <a:chOff x="0" y="0"/>
            <a:chExt cx="2838450" cy="2857958"/>
          </a:xfrm>
        </p:grpSpPr>
        <p:sp>
          <p:nvSpPr>
            <p:cNvPr id="12" name="Freeform: Shape 28">
              <a:extLst>
                <a:ext uri="{FF2B5EF4-FFF2-40B4-BE49-F238E27FC236}">
                  <a16:creationId xmlns:a16="http://schemas.microsoft.com/office/drawing/2014/main" id="{D9DB7C23-E0CF-A75F-BFFD-4E7679AF4AD5}"/>
                </a:ext>
                <a:ext uri="{C183D7F6-B498-43B3-948B-1728B52AA6E4}">
                  <adec:decorative xmlns:adec="http://schemas.microsoft.com/office/drawing/2017/decorative" val="1"/>
                </a:ext>
              </a:extLst>
            </p:cNvPr>
            <p:cNvSpPr/>
            <p:nvPr userDrawn="1"/>
          </p:nvSpPr>
          <p:spPr>
            <a:xfrm>
              <a:off x="0" y="0"/>
              <a:ext cx="2838450" cy="2857958"/>
            </a:xfrm>
            <a:custGeom>
              <a:avLst/>
              <a:gdLst>
                <a:gd name="connsiteX0" fmla="*/ 1971005 w 2838450"/>
                <a:gd name="connsiteY0" fmla="*/ 0 h 2857958"/>
                <a:gd name="connsiteX1" fmla="*/ 2838450 w 2838450"/>
                <a:gd name="connsiteY1" fmla="*/ 0 h 2857958"/>
                <a:gd name="connsiteX2" fmla="*/ 2838450 w 2838450"/>
                <a:gd name="connsiteY2" fmla="*/ 7240 h 2857958"/>
                <a:gd name="connsiteX3" fmla="*/ 278890 w 2838450"/>
                <a:gd name="connsiteY3" fmla="*/ 2843883 h 2857958"/>
                <a:gd name="connsiteX4" fmla="*/ 0 w 2838450"/>
                <a:gd name="connsiteY4" fmla="*/ 2857958 h 2857958"/>
                <a:gd name="connsiteX5" fmla="*/ 0 w 2838450"/>
                <a:gd name="connsiteY5" fmla="*/ 1990580 h 2857958"/>
                <a:gd name="connsiteX6" fmla="*/ 190293 w 2838450"/>
                <a:gd name="connsiteY6" fmla="*/ 1980883 h 2857958"/>
                <a:gd name="connsiteX7" fmla="*/ 1960910 w 2838450"/>
                <a:gd name="connsiteY7" fmla="*/ 200390 h 2857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38450" h="2857958">
                  <a:moveTo>
                    <a:pt x="1971005" y="0"/>
                  </a:moveTo>
                  <a:lnTo>
                    <a:pt x="2838450" y="0"/>
                  </a:lnTo>
                  <a:lnTo>
                    <a:pt x="2838450" y="7240"/>
                  </a:lnTo>
                  <a:cubicBezTo>
                    <a:pt x="2838450" y="1484015"/>
                    <a:pt x="1716931" y="2697914"/>
                    <a:pt x="278890" y="2843883"/>
                  </a:cubicBezTo>
                  <a:lnTo>
                    <a:pt x="0" y="2857958"/>
                  </a:lnTo>
                  <a:lnTo>
                    <a:pt x="0" y="1990580"/>
                  </a:lnTo>
                  <a:lnTo>
                    <a:pt x="190293" y="1980883"/>
                  </a:lnTo>
                  <a:cubicBezTo>
                    <a:pt x="1124600" y="1885128"/>
                    <a:pt x="1866185" y="1135788"/>
                    <a:pt x="1960910" y="200390"/>
                  </a:cubicBez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15" name="Freeform: Shape 15">
              <a:extLst>
                <a:ext uri="{FF2B5EF4-FFF2-40B4-BE49-F238E27FC236}">
                  <a16:creationId xmlns:a16="http://schemas.microsoft.com/office/drawing/2014/main" id="{4D62A0CC-A0CE-403A-A167-27225B2C6083}"/>
                </a:ext>
                <a:ext uri="{C183D7F6-B498-43B3-948B-1728B52AA6E4}">
                  <adec:decorative xmlns:adec="http://schemas.microsoft.com/office/drawing/2017/decorative" val="1"/>
                </a:ext>
              </a:extLst>
            </p:cNvPr>
            <p:cNvSpPr/>
            <p:nvPr userDrawn="1"/>
          </p:nvSpPr>
          <p:spPr>
            <a:xfrm>
              <a:off x="1" y="1"/>
              <a:ext cx="1003449" cy="1013015"/>
            </a:xfrm>
            <a:custGeom>
              <a:avLst/>
              <a:gdLst>
                <a:gd name="connsiteX0" fmla="*/ 0 w 1003449"/>
                <a:gd name="connsiteY0" fmla="*/ 0 h 1013015"/>
                <a:gd name="connsiteX1" fmla="*/ 1003449 w 1003449"/>
                <a:gd name="connsiteY1" fmla="*/ 0 h 1013015"/>
                <a:gd name="connsiteX2" fmla="*/ 998306 w 1003449"/>
                <a:gd name="connsiteY2" fmla="*/ 100639 h 1013015"/>
                <a:gd name="connsiteX3" fmla="*/ 90663 w 1003449"/>
                <a:gd name="connsiteY3" fmla="*/ 1008380 h 1013015"/>
                <a:gd name="connsiteX4" fmla="*/ 0 w 1003449"/>
                <a:gd name="connsiteY4" fmla="*/ 1013015 h 1013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449" h="1013015">
                  <a:moveTo>
                    <a:pt x="0" y="0"/>
                  </a:moveTo>
                  <a:lnTo>
                    <a:pt x="1003449" y="0"/>
                  </a:lnTo>
                  <a:lnTo>
                    <a:pt x="998306" y="100639"/>
                  </a:lnTo>
                  <a:cubicBezTo>
                    <a:pt x="949402" y="576784"/>
                    <a:pt x="566756" y="959471"/>
                    <a:pt x="90663" y="1008380"/>
                  </a:cubicBezTo>
                  <a:lnTo>
                    <a:pt x="0" y="1013015"/>
                  </a:lnTo>
                  <a:close/>
                </a:path>
              </a:pathLst>
            </a:custGeom>
            <a:solidFill>
              <a:schemeClr val="bg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6" name="Image 2">
              <a:extLst>
                <a:ext uri="{FF2B5EF4-FFF2-40B4-BE49-F238E27FC236}">
                  <a16:creationId xmlns:a16="http://schemas.microsoft.com/office/drawing/2014/main" id="{F8AD83DA-A293-6D56-F606-7C98C403A3F7}"/>
                </a:ext>
                <a:ext uri="{C183D7F6-B498-43B3-948B-1728B52AA6E4}">
                  <adec:decorative xmlns:adec="http://schemas.microsoft.com/office/drawing/2017/decorative" val="1"/>
                </a:ext>
              </a:extLst>
            </p:cNvPr>
            <p:cNvSpPr/>
            <p:nvPr userDrawn="1"/>
          </p:nvSpPr>
          <p:spPr>
            <a:xfrm>
              <a:off x="1458332" y="590133"/>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grpSp>
      <p:sp>
        <p:nvSpPr>
          <p:cNvPr id="2" name="Title 1"/>
          <p:cNvSpPr>
            <a:spLocks noGrp="1"/>
          </p:cNvSpPr>
          <p:nvPr userDrawn="1">
            <p:ph type="title" hasCustomPrompt="1"/>
          </p:nvPr>
        </p:nvSpPr>
        <p:spPr>
          <a:xfrm>
            <a:off x="5702441" y="1061623"/>
            <a:ext cx="5723586" cy="4739104"/>
          </a:xfrm>
        </p:spPr>
        <p:txBody>
          <a:bodyPr tIns="0" bIns="0" anchor="ctr">
            <a:noAutofit/>
          </a:bodyPr>
          <a:lstStyle>
            <a:lvl1pPr algn="l">
              <a:lnSpc>
                <a:spcPct val="100000"/>
              </a:lnSpc>
              <a:defRPr sz="3600" b="1"/>
            </a:lvl1pPr>
          </a:lstStyle>
          <a:p>
            <a:r>
              <a:rPr lang="en-US" dirty="0"/>
              <a:t>Click to add title</a:t>
            </a:r>
          </a:p>
        </p:txBody>
      </p:sp>
      <p:sp>
        <p:nvSpPr>
          <p:cNvPr id="8" name="Picture Placeholder 7">
            <a:extLst>
              <a:ext uri="{FF2B5EF4-FFF2-40B4-BE49-F238E27FC236}">
                <a16:creationId xmlns:a16="http://schemas.microsoft.com/office/drawing/2014/main" id="{E979AC40-7C15-9431-5B1A-415655A7FC05}"/>
              </a:ext>
            </a:extLst>
          </p:cNvPr>
          <p:cNvSpPr>
            <a:spLocks noGrp="1"/>
          </p:cNvSpPr>
          <p:nvPr>
            <p:ph type="pic" sz="quarter" idx="11" hasCustomPrompt="1"/>
          </p:nvPr>
        </p:nvSpPr>
        <p:spPr>
          <a:xfrm>
            <a:off x="443345" y="0"/>
            <a:ext cx="4344695" cy="6359525"/>
          </a:xfrm>
        </p:spPr>
        <p:txBody>
          <a:bodyPr>
            <a:normAutofit/>
          </a:bodyPr>
          <a:lstStyle>
            <a:lvl1pPr marL="0" indent="0">
              <a:buNone/>
              <a:defRPr sz="1800"/>
            </a:lvl1pPr>
          </a:lstStyle>
          <a:p>
            <a:pPr lvl="0"/>
            <a:r>
              <a:rPr lang="en-US" dirty="0"/>
              <a:t>Click to add picture</a:t>
            </a:r>
          </a:p>
        </p:txBody>
      </p:sp>
    </p:spTree>
    <p:extLst>
      <p:ext uri="{BB962C8B-B14F-4D97-AF65-F5344CB8AC3E}">
        <p14:creationId xmlns:p14="http://schemas.microsoft.com/office/powerpoint/2010/main" val="4331891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86F8B46B-EF6E-BC12-09E2-0F3B779197B4}"/>
              </a:ext>
              <a:ext uri="{C183D7F6-B498-43B3-948B-1728B52AA6E4}">
                <adec:decorative xmlns:adec="http://schemas.microsoft.com/office/drawing/2017/decorative" val="1"/>
              </a:ext>
            </a:extLst>
          </p:cNvPr>
          <p:cNvSpPr/>
          <p:nvPr userDrawn="1"/>
        </p:nvSpPr>
        <p:spPr>
          <a:xfrm>
            <a:off x="-24064" y="-400"/>
            <a:ext cx="12216063" cy="34671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22" name="Rectangle 21">
            <a:extLst>
              <a:ext uri="{FF2B5EF4-FFF2-40B4-BE49-F238E27FC236}">
                <a16:creationId xmlns:a16="http://schemas.microsoft.com/office/drawing/2014/main" id="{5D7B4F11-E150-473B-98F5-6E6AC9646863}"/>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36" name="Freeform 35">
            <a:extLst>
              <a:ext uri="{FF2B5EF4-FFF2-40B4-BE49-F238E27FC236}">
                <a16:creationId xmlns:a16="http://schemas.microsoft.com/office/drawing/2014/main" id="{A8E2FA61-C047-21BB-AA50-F84AD7685498}"/>
              </a:ext>
              <a:ext uri="{C183D7F6-B498-43B3-948B-1728B52AA6E4}">
                <adec:decorative xmlns:adec="http://schemas.microsoft.com/office/drawing/2017/decorative" val="1"/>
              </a:ext>
            </a:extLst>
          </p:cNvPr>
          <p:cNvSpPr/>
          <p:nvPr userDrawn="1"/>
        </p:nvSpPr>
        <p:spPr>
          <a:xfrm rot="16200000">
            <a:off x="5760023" y="3764463"/>
            <a:ext cx="2812357" cy="3394143"/>
          </a:xfrm>
          <a:custGeom>
            <a:avLst/>
            <a:gdLst>
              <a:gd name="connsiteX0" fmla="*/ 0 w 2812357"/>
              <a:gd name="connsiteY0" fmla="*/ 0 h 3394143"/>
              <a:gd name="connsiteX1" fmla="*/ 2812357 w 2812357"/>
              <a:gd name="connsiteY1" fmla="*/ 3394143 h 3394143"/>
              <a:gd name="connsiteX2" fmla="*/ 0 w 2812357"/>
              <a:gd name="connsiteY2" fmla="*/ 3394143 h 3394143"/>
            </a:gdLst>
            <a:ahLst/>
            <a:cxnLst>
              <a:cxn ang="0">
                <a:pos x="connsiteX0" y="connsiteY0"/>
              </a:cxn>
              <a:cxn ang="0">
                <a:pos x="connsiteX1" y="connsiteY1"/>
              </a:cxn>
              <a:cxn ang="0">
                <a:pos x="connsiteX2" y="connsiteY2"/>
              </a:cxn>
            </a:cxnLst>
            <a:rect l="l" t="t" r="r" b="b"/>
            <a:pathLst>
              <a:path w="2812357" h="3394143">
                <a:moveTo>
                  <a:pt x="0" y="0"/>
                </a:moveTo>
                <a:lnTo>
                  <a:pt x="2812357" y="3394143"/>
                </a:lnTo>
                <a:lnTo>
                  <a:pt x="0" y="3394143"/>
                </a:lnTo>
                <a:close/>
              </a:path>
            </a:pathLst>
          </a:custGeom>
          <a:solidFill>
            <a:schemeClr val="accent4">
              <a:lumMod val="40000"/>
              <a:lumOff val="60000"/>
              <a:alpha val="50000"/>
            </a:schemeClr>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33" name="Freeform 32">
            <a:extLst>
              <a:ext uri="{FF2B5EF4-FFF2-40B4-BE49-F238E27FC236}">
                <a16:creationId xmlns:a16="http://schemas.microsoft.com/office/drawing/2014/main" id="{1A2791BA-760E-9FA5-8743-D0B699FC9835}"/>
              </a:ext>
              <a:ext uri="{C183D7F6-B498-43B3-948B-1728B52AA6E4}">
                <adec:decorative xmlns:adec="http://schemas.microsoft.com/office/drawing/2017/decorative" val="1"/>
              </a:ext>
            </a:extLst>
          </p:cNvPr>
          <p:cNvSpPr/>
          <p:nvPr userDrawn="1"/>
        </p:nvSpPr>
        <p:spPr>
          <a:xfrm>
            <a:off x="0" y="3463854"/>
            <a:ext cx="435241" cy="3394146"/>
          </a:xfrm>
          <a:custGeom>
            <a:avLst/>
            <a:gdLst>
              <a:gd name="connsiteX0" fmla="*/ 435241 w 435241"/>
              <a:gd name="connsiteY0" fmla="*/ 0 h 3394146"/>
              <a:gd name="connsiteX1" fmla="*/ 435241 w 435241"/>
              <a:gd name="connsiteY1" fmla="*/ 3394146 h 3394146"/>
              <a:gd name="connsiteX2" fmla="*/ 0 w 435241"/>
              <a:gd name="connsiteY2" fmla="*/ 3394146 h 3394146"/>
              <a:gd name="connsiteX3" fmla="*/ 0 w 435241"/>
              <a:gd name="connsiteY3" fmla="*/ 523525 h 3394146"/>
            </a:gdLst>
            <a:ahLst/>
            <a:cxnLst>
              <a:cxn ang="0">
                <a:pos x="connsiteX0" y="connsiteY0"/>
              </a:cxn>
              <a:cxn ang="0">
                <a:pos x="connsiteX1" y="connsiteY1"/>
              </a:cxn>
              <a:cxn ang="0">
                <a:pos x="connsiteX2" y="connsiteY2"/>
              </a:cxn>
              <a:cxn ang="0">
                <a:pos x="connsiteX3" y="connsiteY3"/>
              </a:cxn>
            </a:cxnLst>
            <a:rect l="l" t="t" r="r" b="b"/>
            <a:pathLst>
              <a:path w="435241" h="3394146">
                <a:moveTo>
                  <a:pt x="435241" y="0"/>
                </a:moveTo>
                <a:lnTo>
                  <a:pt x="435241" y="3394146"/>
                </a:lnTo>
                <a:lnTo>
                  <a:pt x="0" y="3394146"/>
                </a:lnTo>
                <a:lnTo>
                  <a:pt x="0" y="523525"/>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p>
        </p:txBody>
      </p:sp>
      <p:sp>
        <p:nvSpPr>
          <p:cNvPr id="4" name="Title 1">
            <a:extLst>
              <a:ext uri="{FF2B5EF4-FFF2-40B4-BE49-F238E27FC236}">
                <a16:creationId xmlns:a16="http://schemas.microsoft.com/office/drawing/2014/main" id="{8D6A03F2-8C7B-D33B-0E8F-24D4800D5C01}"/>
              </a:ext>
            </a:extLst>
          </p:cNvPr>
          <p:cNvSpPr>
            <a:spLocks noGrp="1"/>
          </p:cNvSpPr>
          <p:nvPr userDrawn="1">
            <p:ph type="title" hasCustomPrompt="1"/>
          </p:nvPr>
        </p:nvSpPr>
        <p:spPr>
          <a:xfrm>
            <a:off x="914400" y="1057275"/>
            <a:ext cx="5259554" cy="2495028"/>
          </a:xfrm>
        </p:spPr>
        <p:txBody>
          <a:bodyPr tIns="0" bIns="0">
            <a:noAutofit/>
          </a:bodyPr>
          <a:lstStyle>
            <a:lvl1pPr algn="l">
              <a:lnSpc>
                <a:spcPct val="100000"/>
              </a:lnSpc>
              <a:defRPr sz="3600"/>
            </a:lvl1pPr>
          </a:lstStyle>
          <a:p>
            <a:r>
              <a:rPr lang="en-US" dirty="0"/>
              <a:t>Click to add text</a:t>
            </a:r>
          </a:p>
        </p:txBody>
      </p:sp>
      <p:sp>
        <p:nvSpPr>
          <p:cNvPr id="5" name="Content Placeholder 2">
            <a:extLst>
              <a:ext uri="{FF2B5EF4-FFF2-40B4-BE49-F238E27FC236}">
                <a16:creationId xmlns:a16="http://schemas.microsoft.com/office/drawing/2014/main" id="{C51465C6-2CDE-B5BF-F22E-CBDD44E86CFC}"/>
              </a:ext>
            </a:extLst>
          </p:cNvPr>
          <p:cNvSpPr>
            <a:spLocks noGrp="1"/>
          </p:cNvSpPr>
          <p:nvPr userDrawn="1">
            <p:ph idx="1" hasCustomPrompt="1"/>
          </p:nvPr>
        </p:nvSpPr>
        <p:spPr>
          <a:xfrm>
            <a:off x="914400" y="3808750"/>
            <a:ext cx="5259554" cy="2233233"/>
          </a:xfrm>
        </p:spPr>
        <p:txBody>
          <a:bodyPr lIns="91440" tIns="0" rIns="9144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
        <p:nvSpPr>
          <p:cNvPr id="52" name="Picture Placeholder 7">
            <a:extLst>
              <a:ext uri="{FF2B5EF4-FFF2-40B4-BE49-F238E27FC236}">
                <a16:creationId xmlns:a16="http://schemas.microsoft.com/office/drawing/2014/main" id="{55126063-BDEE-A1AB-FDAE-DD9B98CACDA8}"/>
              </a:ext>
            </a:extLst>
          </p:cNvPr>
          <p:cNvSpPr>
            <a:spLocks noGrp="1"/>
          </p:cNvSpPr>
          <p:nvPr>
            <p:ph type="pic" sz="quarter" idx="11" hasCustomPrompt="1"/>
          </p:nvPr>
        </p:nvSpPr>
        <p:spPr>
          <a:xfrm>
            <a:off x="7414194" y="410780"/>
            <a:ext cx="4344695" cy="6447220"/>
          </a:xfrm>
          <a:solidFill>
            <a:schemeClr val="accent3"/>
          </a:solidFill>
        </p:spPr>
        <p:txBody>
          <a:bodyPr>
            <a:normAutofit/>
          </a:bodyPr>
          <a:lstStyle>
            <a:lvl1pPr marL="0" indent="0">
              <a:buNone/>
              <a:defRPr sz="1800"/>
            </a:lvl1pPr>
          </a:lstStyle>
          <a:p>
            <a:pPr lvl="0"/>
            <a:r>
              <a:rPr lang="en-US" dirty="0"/>
              <a:t>Click to add picture</a:t>
            </a:r>
          </a:p>
        </p:txBody>
      </p:sp>
    </p:spTree>
    <p:extLst>
      <p:ext uri="{BB962C8B-B14F-4D97-AF65-F5344CB8AC3E}">
        <p14:creationId xmlns:p14="http://schemas.microsoft.com/office/powerpoint/2010/main" val="16817894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32" name="Image 1">
            <a:extLst>
              <a:ext uri="{FF2B5EF4-FFF2-40B4-BE49-F238E27FC236}">
                <a16:creationId xmlns:a16="http://schemas.microsoft.com/office/drawing/2014/main" id="{2A3EC91E-4089-D366-06D3-3E66F93DFAF3}"/>
              </a:ext>
              <a:ext uri="{C183D7F6-B498-43B3-948B-1728B52AA6E4}">
                <adec:decorative xmlns:adec="http://schemas.microsoft.com/office/drawing/2017/decorative" val="1"/>
              </a:ext>
            </a:extLst>
          </p:cNvPr>
          <p:cNvSpPr/>
          <p:nvPr/>
        </p:nvSpPr>
        <p:spPr>
          <a:xfrm>
            <a:off x="-7117" y="0"/>
            <a:ext cx="2550985" cy="6858000"/>
          </a:xfrm>
          <a:custGeom>
            <a:avLst/>
            <a:gdLst>
              <a:gd name="connsiteX0" fmla="*/ 2550985 w 2550985"/>
              <a:gd name="connsiteY0" fmla="*/ 0 h 6858000"/>
              <a:gd name="connsiteX1" fmla="*/ 0 w 2550985"/>
              <a:gd name="connsiteY1" fmla="*/ 0 h 6858000"/>
              <a:gd name="connsiteX2" fmla="*/ 0 w 2550985"/>
              <a:gd name="connsiteY2" fmla="*/ 6858000 h 6858000"/>
              <a:gd name="connsiteX3" fmla="*/ 2550985 w 2550985"/>
              <a:gd name="connsiteY3" fmla="*/ 6858000 h 6858000"/>
              <a:gd name="connsiteX4" fmla="*/ 2550985 w 2550985"/>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0985" h="6858000">
                <a:moveTo>
                  <a:pt x="2550985" y="0"/>
                </a:moveTo>
                <a:lnTo>
                  <a:pt x="0" y="0"/>
                </a:lnTo>
                <a:lnTo>
                  <a:pt x="0" y="6858000"/>
                </a:lnTo>
                <a:lnTo>
                  <a:pt x="2550985" y="6858000"/>
                </a:lnTo>
                <a:lnTo>
                  <a:pt x="2550985" y="0"/>
                </a:lnTo>
                <a:close/>
              </a:path>
            </a:pathLst>
          </a:custGeom>
          <a:solidFill>
            <a:schemeClr val="accent4"/>
          </a:solidFill>
          <a:ln w="7045" cap="flat">
            <a:noFill/>
            <a:prstDash val="solid"/>
            <a:miter/>
          </a:ln>
        </p:spPr>
        <p:txBody>
          <a:bodyPr rtlCol="0" anchor="ctr">
            <a:noAutofit/>
          </a:bodyPr>
          <a:lstStyle/>
          <a:p>
            <a:endParaRPr lang="en-US" dirty="0"/>
          </a:p>
        </p:txBody>
      </p:sp>
      <p:sp>
        <p:nvSpPr>
          <p:cNvPr id="53" name="Freeform: Shape 52">
            <a:extLst>
              <a:ext uri="{FF2B5EF4-FFF2-40B4-BE49-F238E27FC236}">
                <a16:creationId xmlns:a16="http://schemas.microsoft.com/office/drawing/2014/main" id="{70F595E1-C910-3710-90E9-AF5FFCE05861}"/>
              </a:ext>
              <a:ext uri="{C183D7F6-B498-43B3-948B-1728B52AA6E4}">
                <adec:decorative xmlns:adec="http://schemas.microsoft.com/office/drawing/2017/decorative" val="1"/>
              </a:ext>
            </a:extLst>
          </p:cNvPr>
          <p:cNvSpPr/>
          <p:nvPr userDrawn="1"/>
        </p:nvSpPr>
        <p:spPr>
          <a:xfrm>
            <a:off x="-9415" y="0"/>
            <a:ext cx="2548591" cy="2555628"/>
          </a:xfrm>
          <a:custGeom>
            <a:avLst/>
            <a:gdLst>
              <a:gd name="connsiteX0" fmla="*/ 138643 w 2548591"/>
              <a:gd name="connsiteY0" fmla="*/ 1 h 2555628"/>
              <a:gd name="connsiteX1" fmla="*/ 163874 w 2548591"/>
              <a:gd name="connsiteY1" fmla="*/ 1 h 2555628"/>
              <a:gd name="connsiteX2" fmla="*/ 2548463 w 2548591"/>
              <a:gd name="connsiteY2" fmla="*/ 2391168 h 2555628"/>
              <a:gd name="connsiteX3" fmla="*/ 2548463 w 2548591"/>
              <a:gd name="connsiteY3" fmla="*/ 2416472 h 2555628"/>
              <a:gd name="connsiteX4" fmla="*/ 2548590 w 2548591"/>
              <a:gd name="connsiteY4" fmla="*/ 2416600 h 2555628"/>
              <a:gd name="connsiteX5" fmla="*/ 138643 w 2548591"/>
              <a:gd name="connsiteY5" fmla="*/ 1 h 2555628"/>
              <a:gd name="connsiteX6" fmla="*/ 0 w 2548591"/>
              <a:gd name="connsiteY6" fmla="*/ 1 h 2555628"/>
              <a:gd name="connsiteX7" fmla="*/ 25231 w 2548591"/>
              <a:gd name="connsiteY7" fmla="*/ 1 h 2555628"/>
              <a:gd name="connsiteX8" fmla="*/ 2548591 w 2548591"/>
              <a:gd name="connsiteY8" fmla="*/ 2530324 h 2555628"/>
              <a:gd name="connsiteX9" fmla="*/ 2548591 w 2548591"/>
              <a:gd name="connsiteY9" fmla="*/ 2555628 h 2555628"/>
              <a:gd name="connsiteX10" fmla="*/ 0 w 2548591"/>
              <a:gd name="connsiteY10" fmla="*/ 1 h 2555628"/>
              <a:gd name="connsiteX11" fmla="*/ 277411 w 2548591"/>
              <a:gd name="connsiteY11" fmla="*/ 1 h 2555628"/>
              <a:gd name="connsiteX12" fmla="*/ 302642 w 2548591"/>
              <a:gd name="connsiteY12" fmla="*/ 1 h 2555628"/>
              <a:gd name="connsiteX13" fmla="*/ 2548582 w 2548591"/>
              <a:gd name="connsiteY13" fmla="*/ 2252147 h 2555628"/>
              <a:gd name="connsiteX14" fmla="*/ 2548582 w 2548591"/>
              <a:gd name="connsiteY14" fmla="*/ 2277444 h 2555628"/>
              <a:gd name="connsiteX15" fmla="*/ 277411 w 2548591"/>
              <a:gd name="connsiteY15" fmla="*/ 1 h 2555628"/>
              <a:gd name="connsiteX16" fmla="*/ 416054 w 2548591"/>
              <a:gd name="connsiteY16" fmla="*/ 1 h 2555628"/>
              <a:gd name="connsiteX17" fmla="*/ 441285 w 2548591"/>
              <a:gd name="connsiteY17" fmla="*/ 1 h 2555628"/>
              <a:gd name="connsiteX18" fmla="*/ 2548589 w 2548591"/>
              <a:gd name="connsiteY18" fmla="*/ 2113119 h 2555628"/>
              <a:gd name="connsiteX19" fmla="*/ 2548589 w 2548591"/>
              <a:gd name="connsiteY19" fmla="*/ 2138423 h 2555628"/>
              <a:gd name="connsiteX20" fmla="*/ 416054 w 2548591"/>
              <a:gd name="connsiteY20" fmla="*/ 1 h 2555628"/>
              <a:gd name="connsiteX21" fmla="*/ 554698 w 2548591"/>
              <a:gd name="connsiteY21" fmla="*/ 1 h 2555628"/>
              <a:gd name="connsiteX22" fmla="*/ 579930 w 2548591"/>
              <a:gd name="connsiteY22" fmla="*/ 1 h 2555628"/>
              <a:gd name="connsiteX23" fmla="*/ 2548462 w 2548591"/>
              <a:gd name="connsiteY23" fmla="*/ 1973963 h 2555628"/>
              <a:gd name="connsiteX24" fmla="*/ 2548462 w 2548591"/>
              <a:gd name="connsiteY24" fmla="*/ 1999267 h 2555628"/>
              <a:gd name="connsiteX25" fmla="*/ 2548589 w 2548591"/>
              <a:gd name="connsiteY25" fmla="*/ 1999394 h 2555628"/>
              <a:gd name="connsiteX26" fmla="*/ 554698 w 2548591"/>
              <a:gd name="connsiteY26" fmla="*/ 1 h 2555628"/>
              <a:gd name="connsiteX27" fmla="*/ 693468 w 2548591"/>
              <a:gd name="connsiteY27" fmla="*/ 0 h 2555628"/>
              <a:gd name="connsiteX28" fmla="*/ 718701 w 2548591"/>
              <a:gd name="connsiteY28" fmla="*/ 0 h 2555628"/>
              <a:gd name="connsiteX29" fmla="*/ 2548583 w 2548591"/>
              <a:gd name="connsiteY29" fmla="*/ 1834942 h 2555628"/>
              <a:gd name="connsiteX30" fmla="*/ 2548583 w 2548591"/>
              <a:gd name="connsiteY30" fmla="*/ 1860239 h 2555628"/>
              <a:gd name="connsiteX31" fmla="*/ 693468 w 2548591"/>
              <a:gd name="connsiteY31" fmla="*/ 0 h 2555628"/>
              <a:gd name="connsiteX32" fmla="*/ 832112 w 2548591"/>
              <a:gd name="connsiteY32" fmla="*/ 0 h 2555628"/>
              <a:gd name="connsiteX33" fmla="*/ 857340 w 2548591"/>
              <a:gd name="connsiteY33" fmla="*/ 0 h 2555628"/>
              <a:gd name="connsiteX34" fmla="*/ 2548582 w 2548591"/>
              <a:gd name="connsiteY34" fmla="*/ 1695913 h 2555628"/>
              <a:gd name="connsiteX35" fmla="*/ 2548582 w 2548591"/>
              <a:gd name="connsiteY35" fmla="*/ 1721210 h 2555628"/>
              <a:gd name="connsiteX36" fmla="*/ 832112 w 2548591"/>
              <a:gd name="connsiteY36" fmla="*/ 0 h 2555628"/>
              <a:gd name="connsiteX37" fmla="*/ 970758 w 2548591"/>
              <a:gd name="connsiteY37" fmla="*/ 0 h 2555628"/>
              <a:gd name="connsiteX38" fmla="*/ 995986 w 2548591"/>
              <a:gd name="connsiteY38" fmla="*/ 0 h 2555628"/>
              <a:gd name="connsiteX39" fmla="*/ 2548463 w 2548591"/>
              <a:gd name="connsiteY39" fmla="*/ 1556758 h 2555628"/>
              <a:gd name="connsiteX40" fmla="*/ 2548463 w 2548591"/>
              <a:gd name="connsiteY40" fmla="*/ 1582062 h 2555628"/>
              <a:gd name="connsiteX41" fmla="*/ 2548590 w 2548591"/>
              <a:gd name="connsiteY41" fmla="*/ 1582189 h 2555628"/>
              <a:gd name="connsiteX42" fmla="*/ 970758 w 2548591"/>
              <a:gd name="connsiteY42" fmla="*/ 0 h 2555628"/>
              <a:gd name="connsiteX43" fmla="*/ 1109529 w 2548591"/>
              <a:gd name="connsiteY43" fmla="*/ 0 h 2555628"/>
              <a:gd name="connsiteX44" fmla="*/ 1134764 w 2548591"/>
              <a:gd name="connsiteY44" fmla="*/ 0 h 2555628"/>
              <a:gd name="connsiteX45" fmla="*/ 2548589 w 2548591"/>
              <a:gd name="connsiteY45" fmla="*/ 1417736 h 2555628"/>
              <a:gd name="connsiteX46" fmla="*/ 2548589 w 2548591"/>
              <a:gd name="connsiteY46" fmla="*/ 1443033 h 2555628"/>
              <a:gd name="connsiteX47" fmla="*/ 1109529 w 2548591"/>
              <a:gd name="connsiteY47" fmla="*/ 0 h 2555628"/>
              <a:gd name="connsiteX48" fmla="*/ 1248168 w 2548591"/>
              <a:gd name="connsiteY48" fmla="*/ 0 h 2555628"/>
              <a:gd name="connsiteX49" fmla="*/ 1273396 w 2548591"/>
              <a:gd name="connsiteY49" fmla="*/ 0 h 2555628"/>
              <a:gd name="connsiteX50" fmla="*/ 2548583 w 2548591"/>
              <a:gd name="connsiteY50" fmla="*/ 1278708 h 2555628"/>
              <a:gd name="connsiteX51" fmla="*/ 2548583 w 2548591"/>
              <a:gd name="connsiteY51" fmla="*/ 1304005 h 2555628"/>
              <a:gd name="connsiteX52" fmla="*/ 1248168 w 2548591"/>
              <a:gd name="connsiteY52" fmla="*/ 0 h 2555628"/>
              <a:gd name="connsiteX53" fmla="*/ 1386813 w 2548591"/>
              <a:gd name="connsiteY53" fmla="*/ 0 h 2555628"/>
              <a:gd name="connsiteX54" fmla="*/ 1412041 w 2548591"/>
              <a:gd name="connsiteY54" fmla="*/ 0 h 2555628"/>
              <a:gd name="connsiteX55" fmla="*/ 2548589 w 2548591"/>
              <a:gd name="connsiteY55" fmla="*/ 1139552 h 2555628"/>
              <a:gd name="connsiteX56" fmla="*/ 2548589 w 2548591"/>
              <a:gd name="connsiteY56" fmla="*/ 1164857 h 2555628"/>
              <a:gd name="connsiteX57" fmla="*/ 2548589 w 2548591"/>
              <a:gd name="connsiteY57" fmla="*/ 1164984 h 2555628"/>
              <a:gd name="connsiteX58" fmla="*/ 1386813 w 2548591"/>
              <a:gd name="connsiteY58" fmla="*/ 0 h 2555628"/>
              <a:gd name="connsiteX59" fmla="*/ 1525579 w 2548591"/>
              <a:gd name="connsiteY59" fmla="*/ 0 h 2555628"/>
              <a:gd name="connsiteX60" fmla="*/ 1550814 w 2548591"/>
              <a:gd name="connsiteY60" fmla="*/ 0 h 2555628"/>
              <a:gd name="connsiteX61" fmla="*/ 2548583 w 2548591"/>
              <a:gd name="connsiteY61" fmla="*/ 1000531 h 2555628"/>
              <a:gd name="connsiteX62" fmla="*/ 2548583 w 2548591"/>
              <a:gd name="connsiteY62" fmla="*/ 1025828 h 2555628"/>
              <a:gd name="connsiteX63" fmla="*/ 1525579 w 2548591"/>
              <a:gd name="connsiteY63" fmla="*/ 0 h 2555628"/>
              <a:gd name="connsiteX64" fmla="*/ 1664231 w 2548591"/>
              <a:gd name="connsiteY64" fmla="*/ 0 h 2555628"/>
              <a:gd name="connsiteX65" fmla="*/ 1689459 w 2548591"/>
              <a:gd name="connsiteY65" fmla="*/ 0 h 2555628"/>
              <a:gd name="connsiteX66" fmla="*/ 2548589 w 2548591"/>
              <a:gd name="connsiteY66" fmla="*/ 861503 h 2555628"/>
              <a:gd name="connsiteX67" fmla="*/ 2548589 w 2548591"/>
              <a:gd name="connsiteY67" fmla="*/ 886800 h 2555628"/>
              <a:gd name="connsiteX68" fmla="*/ 1664231 w 2548591"/>
              <a:gd name="connsiteY68" fmla="*/ 0 h 2555628"/>
              <a:gd name="connsiteX69" fmla="*/ 1802870 w 2548591"/>
              <a:gd name="connsiteY69" fmla="*/ 0 h 2555628"/>
              <a:gd name="connsiteX70" fmla="*/ 1828097 w 2548591"/>
              <a:gd name="connsiteY70" fmla="*/ 0 h 2555628"/>
              <a:gd name="connsiteX71" fmla="*/ 2548583 w 2548591"/>
              <a:gd name="connsiteY71" fmla="*/ 722347 h 2555628"/>
              <a:gd name="connsiteX72" fmla="*/ 2548583 w 2548591"/>
              <a:gd name="connsiteY72" fmla="*/ 747651 h 2555628"/>
              <a:gd name="connsiteX73" fmla="*/ 2548583 w 2548591"/>
              <a:gd name="connsiteY73" fmla="*/ 747778 h 2555628"/>
              <a:gd name="connsiteX74" fmla="*/ 1802870 w 2548591"/>
              <a:gd name="connsiteY74" fmla="*/ 0 h 2555628"/>
              <a:gd name="connsiteX75" fmla="*/ 1941642 w 2548591"/>
              <a:gd name="connsiteY75" fmla="*/ 0 h 2555628"/>
              <a:gd name="connsiteX76" fmla="*/ 1966877 w 2548591"/>
              <a:gd name="connsiteY76" fmla="*/ 0 h 2555628"/>
              <a:gd name="connsiteX77" fmla="*/ 2548589 w 2548591"/>
              <a:gd name="connsiteY77" fmla="*/ 583321 h 2555628"/>
              <a:gd name="connsiteX78" fmla="*/ 2548589 w 2548591"/>
              <a:gd name="connsiteY78" fmla="*/ 608622 h 2555628"/>
              <a:gd name="connsiteX79" fmla="*/ 1941642 w 2548591"/>
              <a:gd name="connsiteY79" fmla="*/ 0 h 2555628"/>
              <a:gd name="connsiteX80" fmla="*/ 2080281 w 2548591"/>
              <a:gd name="connsiteY80" fmla="*/ 0 h 2555628"/>
              <a:gd name="connsiteX81" fmla="*/ 2105508 w 2548591"/>
              <a:gd name="connsiteY81" fmla="*/ 0 h 2555628"/>
              <a:gd name="connsiteX82" fmla="*/ 2548582 w 2548591"/>
              <a:gd name="connsiteY82" fmla="*/ 444296 h 2555628"/>
              <a:gd name="connsiteX83" fmla="*/ 2548582 w 2548591"/>
              <a:gd name="connsiteY83" fmla="*/ 469597 h 2555628"/>
              <a:gd name="connsiteX84" fmla="*/ 2080281 w 2548591"/>
              <a:gd name="connsiteY84" fmla="*/ 0 h 2555628"/>
              <a:gd name="connsiteX85" fmla="*/ 2218926 w 2548591"/>
              <a:gd name="connsiteY85" fmla="*/ 0 h 2555628"/>
              <a:gd name="connsiteX86" fmla="*/ 2244153 w 2548591"/>
              <a:gd name="connsiteY86" fmla="*/ 0 h 2555628"/>
              <a:gd name="connsiteX87" fmla="*/ 2548582 w 2548591"/>
              <a:gd name="connsiteY87" fmla="*/ 305270 h 2555628"/>
              <a:gd name="connsiteX88" fmla="*/ 2548582 w 2548591"/>
              <a:gd name="connsiteY88" fmla="*/ 330570 h 2555628"/>
              <a:gd name="connsiteX89" fmla="*/ 2218926 w 2548591"/>
              <a:gd name="connsiteY89" fmla="*/ 0 h 2555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2548591" h="2555628">
                <a:moveTo>
                  <a:pt x="138643" y="1"/>
                </a:moveTo>
                <a:lnTo>
                  <a:pt x="163874" y="1"/>
                </a:lnTo>
                <a:cubicBezTo>
                  <a:pt x="163874" y="1318576"/>
                  <a:pt x="1233644" y="2391168"/>
                  <a:pt x="2548463" y="2391168"/>
                </a:cubicBezTo>
                <a:lnTo>
                  <a:pt x="2548463" y="2416472"/>
                </a:lnTo>
                <a:lnTo>
                  <a:pt x="2548590" y="2416600"/>
                </a:lnTo>
                <a:cubicBezTo>
                  <a:pt x="1219755" y="2416600"/>
                  <a:pt x="138643" y="1332503"/>
                  <a:pt x="138643" y="1"/>
                </a:cubicBezTo>
                <a:close/>
                <a:moveTo>
                  <a:pt x="0" y="1"/>
                </a:moveTo>
                <a:lnTo>
                  <a:pt x="25231" y="1"/>
                </a:lnTo>
                <a:cubicBezTo>
                  <a:pt x="25231" y="1395244"/>
                  <a:pt x="1157188" y="2530324"/>
                  <a:pt x="2548591" y="2530324"/>
                </a:cubicBezTo>
                <a:lnTo>
                  <a:pt x="2548591" y="2555628"/>
                </a:lnTo>
                <a:cubicBezTo>
                  <a:pt x="1143299" y="2555628"/>
                  <a:pt x="0" y="1409172"/>
                  <a:pt x="0" y="1"/>
                </a:cubicBezTo>
                <a:close/>
                <a:moveTo>
                  <a:pt x="277411" y="1"/>
                </a:moveTo>
                <a:lnTo>
                  <a:pt x="302642" y="1"/>
                </a:lnTo>
                <a:cubicBezTo>
                  <a:pt x="302642" y="1241907"/>
                  <a:pt x="1310229" y="2252147"/>
                  <a:pt x="2548582" y="2252147"/>
                </a:cubicBezTo>
                <a:lnTo>
                  <a:pt x="2548582" y="2277444"/>
                </a:lnTo>
                <a:cubicBezTo>
                  <a:pt x="1296205" y="2277444"/>
                  <a:pt x="277411" y="1255835"/>
                  <a:pt x="277411" y="1"/>
                </a:cubicBezTo>
                <a:close/>
                <a:moveTo>
                  <a:pt x="416054" y="1"/>
                </a:moveTo>
                <a:lnTo>
                  <a:pt x="441285" y="1"/>
                </a:lnTo>
                <a:cubicBezTo>
                  <a:pt x="441285" y="1165111"/>
                  <a:pt x="1386559" y="2113119"/>
                  <a:pt x="2548589" y="2113119"/>
                </a:cubicBezTo>
                <a:lnTo>
                  <a:pt x="2548589" y="2138423"/>
                </a:lnTo>
                <a:cubicBezTo>
                  <a:pt x="1372670" y="2138423"/>
                  <a:pt x="416054" y="1179166"/>
                  <a:pt x="416054" y="1"/>
                </a:cubicBezTo>
                <a:close/>
                <a:moveTo>
                  <a:pt x="554698" y="1"/>
                </a:moveTo>
                <a:lnTo>
                  <a:pt x="579930" y="1"/>
                </a:lnTo>
                <a:cubicBezTo>
                  <a:pt x="579930" y="1088442"/>
                  <a:pt x="1463017" y="1973963"/>
                  <a:pt x="2548462" y="1973963"/>
                </a:cubicBezTo>
                <a:lnTo>
                  <a:pt x="2548462" y="1999267"/>
                </a:lnTo>
                <a:lnTo>
                  <a:pt x="2548589" y="1999394"/>
                </a:lnTo>
                <a:cubicBezTo>
                  <a:pt x="1449127" y="1999394"/>
                  <a:pt x="554698" y="1102497"/>
                  <a:pt x="554698" y="1"/>
                </a:cubicBezTo>
                <a:close/>
                <a:moveTo>
                  <a:pt x="693468" y="0"/>
                </a:moveTo>
                <a:lnTo>
                  <a:pt x="718701" y="0"/>
                </a:lnTo>
                <a:cubicBezTo>
                  <a:pt x="718701" y="1011773"/>
                  <a:pt x="1539602" y="1834942"/>
                  <a:pt x="2548583" y="1834942"/>
                </a:cubicBezTo>
                <a:lnTo>
                  <a:pt x="2548583" y="1860239"/>
                </a:lnTo>
                <a:cubicBezTo>
                  <a:pt x="1525706" y="1860239"/>
                  <a:pt x="693468" y="1025701"/>
                  <a:pt x="693468" y="0"/>
                </a:cubicBezTo>
                <a:close/>
                <a:moveTo>
                  <a:pt x="832112" y="0"/>
                </a:moveTo>
                <a:lnTo>
                  <a:pt x="857340" y="0"/>
                </a:lnTo>
                <a:cubicBezTo>
                  <a:pt x="857340" y="935105"/>
                  <a:pt x="1616059" y="1695913"/>
                  <a:pt x="2548582" y="1695913"/>
                </a:cubicBezTo>
                <a:lnTo>
                  <a:pt x="2548582" y="1721210"/>
                </a:lnTo>
                <a:cubicBezTo>
                  <a:pt x="1602170" y="1721210"/>
                  <a:pt x="832112" y="949032"/>
                  <a:pt x="832112" y="0"/>
                </a:cubicBezTo>
                <a:close/>
                <a:moveTo>
                  <a:pt x="970758" y="0"/>
                </a:moveTo>
                <a:lnTo>
                  <a:pt x="995986" y="0"/>
                </a:lnTo>
                <a:cubicBezTo>
                  <a:pt x="995986" y="858436"/>
                  <a:pt x="1692391" y="1556758"/>
                  <a:pt x="2548463" y="1556758"/>
                </a:cubicBezTo>
                <a:lnTo>
                  <a:pt x="2548463" y="1582062"/>
                </a:lnTo>
                <a:lnTo>
                  <a:pt x="2548590" y="1582189"/>
                </a:lnTo>
                <a:cubicBezTo>
                  <a:pt x="1678628" y="1582189"/>
                  <a:pt x="970758" y="872491"/>
                  <a:pt x="970758" y="0"/>
                </a:cubicBezTo>
                <a:close/>
                <a:moveTo>
                  <a:pt x="1109529" y="0"/>
                </a:moveTo>
                <a:lnTo>
                  <a:pt x="1134764" y="0"/>
                </a:lnTo>
                <a:cubicBezTo>
                  <a:pt x="1134764" y="781767"/>
                  <a:pt x="1768975" y="1417736"/>
                  <a:pt x="2548589" y="1417736"/>
                </a:cubicBezTo>
                <a:lnTo>
                  <a:pt x="2548589" y="1443033"/>
                </a:lnTo>
                <a:cubicBezTo>
                  <a:pt x="1755086" y="1443033"/>
                  <a:pt x="1109529" y="795695"/>
                  <a:pt x="1109529" y="0"/>
                </a:cubicBezTo>
                <a:close/>
                <a:moveTo>
                  <a:pt x="1248168" y="0"/>
                </a:moveTo>
                <a:lnTo>
                  <a:pt x="1273396" y="0"/>
                </a:lnTo>
                <a:cubicBezTo>
                  <a:pt x="1273396" y="705097"/>
                  <a:pt x="1845433" y="1278708"/>
                  <a:pt x="2548583" y="1278708"/>
                </a:cubicBezTo>
                <a:lnTo>
                  <a:pt x="2548583" y="1304005"/>
                </a:lnTo>
                <a:cubicBezTo>
                  <a:pt x="1831537" y="1304005"/>
                  <a:pt x="1248168" y="719026"/>
                  <a:pt x="1248168" y="0"/>
                </a:cubicBezTo>
                <a:close/>
                <a:moveTo>
                  <a:pt x="1386813" y="0"/>
                </a:moveTo>
                <a:lnTo>
                  <a:pt x="1412041" y="0"/>
                </a:lnTo>
                <a:cubicBezTo>
                  <a:pt x="1412041" y="628428"/>
                  <a:pt x="1921890" y="1139552"/>
                  <a:pt x="2548589" y="1139552"/>
                </a:cubicBezTo>
                <a:lnTo>
                  <a:pt x="2548589" y="1164857"/>
                </a:lnTo>
                <a:lnTo>
                  <a:pt x="2548589" y="1164984"/>
                </a:lnTo>
                <a:cubicBezTo>
                  <a:pt x="1908001" y="1164984"/>
                  <a:pt x="1386813" y="642356"/>
                  <a:pt x="1386813" y="0"/>
                </a:cubicBezTo>
                <a:close/>
                <a:moveTo>
                  <a:pt x="1525579" y="0"/>
                </a:moveTo>
                <a:lnTo>
                  <a:pt x="1550814" y="0"/>
                </a:lnTo>
                <a:cubicBezTo>
                  <a:pt x="1550814" y="551759"/>
                  <a:pt x="1998468" y="1000531"/>
                  <a:pt x="2548583" y="1000531"/>
                </a:cubicBezTo>
                <a:lnTo>
                  <a:pt x="2548583" y="1025828"/>
                </a:lnTo>
                <a:cubicBezTo>
                  <a:pt x="1984452" y="1025828"/>
                  <a:pt x="1525579" y="565560"/>
                  <a:pt x="1525579" y="0"/>
                </a:cubicBezTo>
                <a:close/>
                <a:moveTo>
                  <a:pt x="1664231" y="0"/>
                </a:moveTo>
                <a:lnTo>
                  <a:pt x="1689459" y="0"/>
                </a:lnTo>
                <a:cubicBezTo>
                  <a:pt x="1689459" y="474963"/>
                  <a:pt x="2074805" y="861503"/>
                  <a:pt x="2548589" y="861503"/>
                </a:cubicBezTo>
                <a:lnTo>
                  <a:pt x="2548589" y="886800"/>
                </a:lnTo>
                <a:cubicBezTo>
                  <a:pt x="2060916" y="886800"/>
                  <a:pt x="1664231" y="489019"/>
                  <a:pt x="1664231" y="0"/>
                </a:cubicBezTo>
                <a:close/>
                <a:moveTo>
                  <a:pt x="1802870" y="0"/>
                </a:moveTo>
                <a:lnTo>
                  <a:pt x="1828097" y="0"/>
                </a:lnTo>
                <a:cubicBezTo>
                  <a:pt x="1828097" y="398295"/>
                  <a:pt x="2151263" y="722347"/>
                  <a:pt x="2548583" y="722347"/>
                </a:cubicBezTo>
                <a:lnTo>
                  <a:pt x="2548583" y="747651"/>
                </a:lnTo>
                <a:lnTo>
                  <a:pt x="2548583" y="747778"/>
                </a:lnTo>
                <a:cubicBezTo>
                  <a:pt x="2137367" y="747778"/>
                  <a:pt x="1802870" y="412350"/>
                  <a:pt x="1802870" y="0"/>
                </a:cubicBezTo>
                <a:close/>
                <a:moveTo>
                  <a:pt x="1941642" y="0"/>
                </a:moveTo>
                <a:lnTo>
                  <a:pt x="1966877" y="0"/>
                </a:lnTo>
                <a:cubicBezTo>
                  <a:pt x="1966877" y="321626"/>
                  <a:pt x="2227847" y="583321"/>
                  <a:pt x="2548589" y="583321"/>
                </a:cubicBezTo>
                <a:lnTo>
                  <a:pt x="2548589" y="608622"/>
                </a:lnTo>
                <a:cubicBezTo>
                  <a:pt x="2213831" y="608622"/>
                  <a:pt x="1941642" y="335553"/>
                  <a:pt x="1941642" y="0"/>
                </a:cubicBezTo>
                <a:close/>
                <a:moveTo>
                  <a:pt x="2080281" y="0"/>
                </a:moveTo>
                <a:lnTo>
                  <a:pt x="2105508" y="0"/>
                </a:lnTo>
                <a:cubicBezTo>
                  <a:pt x="2105508" y="244957"/>
                  <a:pt x="2304298" y="444296"/>
                  <a:pt x="2548582" y="444296"/>
                </a:cubicBezTo>
                <a:lnTo>
                  <a:pt x="2548582" y="469597"/>
                </a:lnTo>
                <a:cubicBezTo>
                  <a:pt x="2290409" y="469597"/>
                  <a:pt x="2080281" y="258885"/>
                  <a:pt x="2080281" y="0"/>
                </a:cubicBezTo>
                <a:close/>
                <a:moveTo>
                  <a:pt x="2218926" y="0"/>
                </a:moveTo>
                <a:lnTo>
                  <a:pt x="2244153" y="0"/>
                </a:lnTo>
                <a:cubicBezTo>
                  <a:pt x="2244153" y="168288"/>
                  <a:pt x="2380629" y="305270"/>
                  <a:pt x="2548582" y="305270"/>
                </a:cubicBezTo>
                <a:lnTo>
                  <a:pt x="2548582" y="330570"/>
                </a:lnTo>
                <a:cubicBezTo>
                  <a:pt x="2366866" y="330570"/>
                  <a:pt x="2218926" y="182344"/>
                  <a:pt x="2218926" y="0"/>
                </a:cubicBezTo>
                <a:close/>
              </a:path>
            </a:pathLst>
          </a:custGeom>
          <a:solidFill>
            <a:schemeClr val="bg1"/>
          </a:solidFill>
          <a:ln w="7032" cap="flat">
            <a:noFill/>
            <a:prstDash val="solid"/>
            <a:miter/>
          </a:ln>
        </p:spPr>
        <p:txBody>
          <a:bodyPr rtlCol="0" anchor="ctr">
            <a:noAutofit/>
          </a:bodyPr>
          <a:lstStyle/>
          <a:p>
            <a:endParaRPr lang="en-US" dirty="0"/>
          </a:p>
        </p:txBody>
      </p:sp>
      <p:sp>
        <p:nvSpPr>
          <p:cNvPr id="29" name="Freeform 70">
            <a:extLst>
              <a:ext uri="{FF2B5EF4-FFF2-40B4-BE49-F238E27FC236}">
                <a16:creationId xmlns:a16="http://schemas.microsoft.com/office/drawing/2014/main" id="{AA39EF58-54F1-4AC9-1D83-2E7DEEAAEA6A}"/>
              </a:ext>
              <a:ext uri="{C183D7F6-B498-43B3-948B-1728B52AA6E4}">
                <adec:decorative xmlns:adec="http://schemas.microsoft.com/office/drawing/2017/decorative" val="1"/>
              </a:ext>
            </a:extLst>
          </p:cNvPr>
          <p:cNvSpPr>
            <a:spLocks/>
          </p:cNvSpPr>
          <p:nvPr userDrawn="1"/>
        </p:nvSpPr>
        <p:spPr bwMode="auto">
          <a:xfrm rot="16200000" flipH="1">
            <a:off x="-9389" y="4308466"/>
            <a:ext cx="2550984" cy="2560441"/>
          </a:xfrm>
          <a:custGeom>
            <a:avLst/>
            <a:gdLst>
              <a:gd name="T0" fmla="*/ 0 w 1079"/>
              <a:gd name="T1" fmla="*/ 1083 h 1083"/>
              <a:gd name="T2" fmla="*/ 1079 w 1079"/>
              <a:gd name="T3" fmla="*/ 1083 h 1083"/>
              <a:gd name="T4" fmla="*/ 1079 w 1079"/>
              <a:gd name="T5" fmla="*/ 0 h 1083"/>
              <a:gd name="T6" fmla="*/ 0 w 1079"/>
              <a:gd name="T7" fmla="*/ 1083 h 1083"/>
            </a:gdLst>
            <a:ahLst/>
            <a:cxnLst>
              <a:cxn ang="0">
                <a:pos x="T0" y="T1"/>
              </a:cxn>
              <a:cxn ang="0">
                <a:pos x="T2" y="T3"/>
              </a:cxn>
              <a:cxn ang="0">
                <a:pos x="T4" y="T5"/>
              </a:cxn>
              <a:cxn ang="0">
                <a:pos x="T6" y="T7"/>
              </a:cxn>
            </a:cxnLst>
            <a:rect l="0" t="0" r="r" b="b"/>
            <a:pathLst>
              <a:path w="1079" h="1083">
                <a:moveTo>
                  <a:pt x="0" y="1083"/>
                </a:moveTo>
                <a:lnTo>
                  <a:pt x="1079" y="1083"/>
                </a:lnTo>
                <a:lnTo>
                  <a:pt x="1079" y="0"/>
                </a:lnTo>
                <a:lnTo>
                  <a:pt x="0" y="1083"/>
                </a:lnTo>
                <a:close/>
              </a:path>
            </a:pathLst>
          </a:custGeom>
          <a:solidFill>
            <a:schemeClr val="accent2">
              <a:alpha val="50000"/>
            </a:schemeClr>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31" name="Freeform 70">
            <a:extLst>
              <a:ext uri="{FF2B5EF4-FFF2-40B4-BE49-F238E27FC236}">
                <a16:creationId xmlns:a16="http://schemas.microsoft.com/office/drawing/2014/main" id="{0C320934-59CC-4123-C7C1-FEEE89F3045F}"/>
              </a:ext>
              <a:ext uri="{C183D7F6-B498-43B3-948B-1728B52AA6E4}">
                <adec:decorative xmlns:adec="http://schemas.microsoft.com/office/drawing/2017/decorative" val="1"/>
              </a:ext>
            </a:extLst>
          </p:cNvPr>
          <p:cNvSpPr>
            <a:spLocks/>
          </p:cNvSpPr>
          <p:nvPr userDrawn="1"/>
        </p:nvSpPr>
        <p:spPr bwMode="auto">
          <a:xfrm flipH="1">
            <a:off x="-10617" y="4308466"/>
            <a:ext cx="2550984" cy="2560441"/>
          </a:xfrm>
          <a:custGeom>
            <a:avLst/>
            <a:gdLst>
              <a:gd name="T0" fmla="*/ 0 w 1079"/>
              <a:gd name="T1" fmla="*/ 1083 h 1083"/>
              <a:gd name="T2" fmla="*/ 1079 w 1079"/>
              <a:gd name="T3" fmla="*/ 1083 h 1083"/>
              <a:gd name="T4" fmla="*/ 1079 w 1079"/>
              <a:gd name="T5" fmla="*/ 0 h 1083"/>
              <a:gd name="T6" fmla="*/ 0 w 1079"/>
              <a:gd name="T7" fmla="*/ 1083 h 1083"/>
            </a:gdLst>
            <a:ahLst/>
            <a:cxnLst>
              <a:cxn ang="0">
                <a:pos x="T0" y="T1"/>
              </a:cxn>
              <a:cxn ang="0">
                <a:pos x="T2" y="T3"/>
              </a:cxn>
              <a:cxn ang="0">
                <a:pos x="T4" y="T5"/>
              </a:cxn>
              <a:cxn ang="0">
                <a:pos x="T6" y="T7"/>
              </a:cxn>
            </a:cxnLst>
            <a:rect l="0" t="0" r="r" b="b"/>
            <a:pathLst>
              <a:path w="1079" h="1083">
                <a:moveTo>
                  <a:pt x="0" y="1083"/>
                </a:moveTo>
                <a:lnTo>
                  <a:pt x="1079" y="1083"/>
                </a:lnTo>
                <a:lnTo>
                  <a:pt x="1079" y="0"/>
                </a:lnTo>
                <a:lnTo>
                  <a:pt x="0" y="1083"/>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33" name="Image 4">
            <a:extLst>
              <a:ext uri="{FF2B5EF4-FFF2-40B4-BE49-F238E27FC236}">
                <a16:creationId xmlns:a16="http://schemas.microsoft.com/office/drawing/2014/main" id="{EC46DC71-C12A-96C8-3FE2-AA95AB58B349}"/>
              </a:ext>
              <a:ext uri="{C183D7F6-B498-43B3-948B-1728B52AA6E4}">
                <adec:decorative xmlns:adec="http://schemas.microsoft.com/office/drawing/2017/decorative" val="1"/>
              </a:ext>
            </a:extLst>
          </p:cNvPr>
          <p:cNvSpPr/>
          <p:nvPr/>
        </p:nvSpPr>
        <p:spPr>
          <a:xfrm>
            <a:off x="2543868" y="0"/>
            <a:ext cx="2560340" cy="2560340"/>
          </a:xfrm>
          <a:custGeom>
            <a:avLst/>
            <a:gdLst>
              <a:gd name="connsiteX0" fmla="*/ 0 w 2560340"/>
              <a:gd name="connsiteY0" fmla="*/ 2560340 h 2560340"/>
              <a:gd name="connsiteX1" fmla="*/ 2560340 w 2560340"/>
              <a:gd name="connsiteY1" fmla="*/ 0 h 2560340"/>
              <a:gd name="connsiteX2" fmla="*/ 0 w 2560340"/>
              <a:gd name="connsiteY2" fmla="*/ 0 h 2560340"/>
              <a:gd name="connsiteX3" fmla="*/ 0 w 2560340"/>
              <a:gd name="connsiteY3" fmla="*/ 2560340 h 2560340"/>
            </a:gdLst>
            <a:ahLst/>
            <a:cxnLst>
              <a:cxn ang="0">
                <a:pos x="connsiteX0" y="connsiteY0"/>
              </a:cxn>
              <a:cxn ang="0">
                <a:pos x="connsiteX1" y="connsiteY1"/>
              </a:cxn>
              <a:cxn ang="0">
                <a:pos x="connsiteX2" y="connsiteY2"/>
              </a:cxn>
              <a:cxn ang="0">
                <a:pos x="connsiteX3" y="connsiteY3"/>
              </a:cxn>
            </a:cxnLst>
            <a:rect l="l" t="t" r="r" b="b"/>
            <a:pathLst>
              <a:path w="2560340" h="2560340">
                <a:moveTo>
                  <a:pt x="0" y="2560340"/>
                </a:moveTo>
                <a:cubicBezTo>
                  <a:pt x="1414079" y="2560340"/>
                  <a:pt x="2560340" y="1414079"/>
                  <a:pt x="2560340" y="0"/>
                </a:cubicBezTo>
                <a:lnTo>
                  <a:pt x="0" y="0"/>
                </a:lnTo>
                <a:lnTo>
                  <a:pt x="0" y="2560340"/>
                </a:lnTo>
                <a:close/>
              </a:path>
            </a:pathLst>
          </a:custGeom>
          <a:solidFill>
            <a:schemeClr val="accent3">
              <a:lumMod val="40000"/>
              <a:lumOff val="60000"/>
              <a:alpha val="50000"/>
            </a:schemeClr>
          </a:solidFill>
          <a:ln w="7052" cap="flat">
            <a:noFill/>
            <a:prstDash val="solid"/>
            <a:miter/>
          </a:ln>
        </p:spPr>
        <p:txBody>
          <a:bodyPr rtlCol="0" anchor="ctr">
            <a:noAutofit/>
          </a:bodyPr>
          <a:lstStyle/>
          <a:p>
            <a:endParaRPr lang="en-US" dirty="0"/>
          </a:p>
        </p:txBody>
      </p:sp>
      <p:sp>
        <p:nvSpPr>
          <p:cNvPr id="2" name="Title 1"/>
          <p:cNvSpPr>
            <a:spLocks noGrp="1"/>
          </p:cNvSpPr>
          <p:nvPr>
            <p:ph type="title" hasCustomPrompt="1"/>
          </p:nvPr>
        </p:nvSpPr>
        <p:spPr>
          <a:xfrm>
            <a:off x="3460565" y="1057274"/>
            <a:ext cx="7965461" cy="994164"/>
          </a:xfrm>
        </p:spPr>
        <p:txBody>
          <a:bodyPr lIns="91440" tIns="0" rIns="91440" bIns="0" anchor="b" anchorCtr="0">
            <a:noAutofit/>
          </a:bodyPr>
          <a:lstStyle>
            <a:lvl1pPr algn="l">
              <a:lnSpc>
                <a:spcPct val="100000"/>
              </a:lnSpc>
              <a:defRPr sz="3600" b="1">
                <a:latin typeface="+mj-lt"/>
                <a:cs typeface="Arial" panose="020B0604020202020204" pitchFamily="34" charset="0"/>
              </a:defRPr>
            </a:lvl1pPr>
          </a:lstStyle>
          <a:p>
            <a:r>
              <a:rPr lang="en-US" dirty="0"/>
              <a:t>Click to add title</a:t>
            </a:r>
          </a:p>
        </p:txBody>
      </p:sp>
      <p:sp>
        <p:nvSpPr>
          <p:cNvPr id="13" name="Content Placeholder 3">
            <a:extLst>
              <a:ext uri="{FF2B5EF4-FFF2-40B4-BE49-F238E27FC236}">
                <a16:creationId xmlns:a16="http://schemas.microsoft.com/office/drawing/2014/main" id="{B20F5EA7-881C-8FB7-EAC9-89C8F2E5865C}"/>
              </a:ext>
            </a:extLst>
          </p:cNvPr>
          <p:cNvSpPr>
            <a:spLocks noGrp="1"/>
          </p:cNvSpPr>
          <p:nvPr>
            <p:ph sz="half" idx="2" hasCustomPrompt="1"/>
          </p:nvPr>
        </p:nvSpPr>
        <p:spPr>
          <a:xfrm>
            <a:off x="3460565" y="2303029"/>
            <a:ext cx="7965460" cy="3497698"/>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Slide Number Placeholder 2">
            <a:extLst>
              <a:ext uri="{FF2B5EF4-FFF2-40B4-BE49-F238E27FC236}">
                <a16:creationId xmlns:a16="http://schemas.microsoft.com/office/drawing/2014/main" id="{ED7A50D8-0839-EC58-FFBE-315A20995799}"/>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5528509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Comparison 1">
    <p:spTree>
      <p:nvGrpSpPr>
        <p:cNvPr id="1" name=""/>
        <p:cNvGrpSpPr/>
        <p:nvPr/>
      </p:nvGrpSpPr>
      <p:grpSpPr>
        <a:xfrm>
          <a:off x="0" y="0"/>
          <a:ext cx="0" cy="0"/>
          <a:chOff x="0" y="0"/>
          <a:chExt cx="0" cy="0"/>
        </a:xfrm>
      </p:grpSpPr>
      <p:sp>
        <p:nvSpPr>
          <p:cNvPr id="20" name="Title 19">
            <a:extLst>
              <a:ext uri="{FF2B5EF4-FFF2-40B4-BE49-F238E27FC236}">
                <a16:creationId xmlns:a16="http://schemas.microsoft.com/office/drawing/2014/main" id="{C26B5661-F583-FA44-8353-161B862E69B1}"/>
              </a:ext>
            </a:extLst>
          </p:cNvPr>
          <p:cNvSpPr>
            <a:spLocks noGrp="1"/>
          </p:cNvSpPr>
          <p:nvPr>
            <p:ph type="title" hasCustomPrompt="1"/>
          </p:nvPr>
        </p:nvSpPr>
        <p:spPr>
          <a:xfrm>
            <a:off x="4364809" y="1057274"/>
            <a:ext cx="7043617" cy="2520217"/>
          </a:xfrm>
        </p:spPr>
        <p:txBody>
          <a:bodyPr tIns="0" bIns="0">
            <a:noAutofit/>
          </a:bodyPr>
          <a:lstStyle>
            <a:lvl1pPr algn="l">
              <a:lnSpc>
                <a:spcPct val="100000"/>
              </a:lnSpc>
              <a:defRPr sz="3600"/>
            </a:lvl1pPr>
          </a:lstStyle>
          <a:p>
            <a:r>
              <a:rPr lang="en-US" dirty="0"/>
              <a:t>Click to add title</a:t>
            </a:r>
          </a:p>
        </p:txBody>
      </p:sp>
      <p:sp>
        <p:nvSpPr>
          <p:cNvPr id="11" name="Image 0">
            <a:extLst>
              <a:ext uri="{FF2B5EF4-FFF2-40B4-BE49-F238E27FC236}">
                <a16:creationId xmlns:a16="http://schemas.microsoft.com/office/drawing/2014/main" id="{CD2D664E-6702-6607-A37E-2E996144917C}"/>
              </a:ext>
              <a:ext uri="{C183D7F6-B498-43B3-948B-1728B52AA6E4}">
                <adec:decorative xmlns:adec="http://schemas.microsoft.com/office/drawing/2017/decorative" val="1"/>
              </a:ext>
            </a:extLst>
          </p:cNvPr>
          <p:cNvSpPr/>
          <p:nvPr userDrawn="1"/>
        </p:nvSpPr>
        <p:spPr>
          <a:xfrm>
            <a:off x="-5568" y="-2784"/>
            <a:ext cx="3443288" cy="6891337"/>
          </a:xfrm>
          <a:custGeom>
            <a:avLst/>
            <a:gdLst>
              <a:gd name="connsiteX0" fmla="*/ 3443288 w 3443288"/>
              <a:gd name="connsiteY0" fmla="*/ 0 h 6891337"/>
              <a:gd name="connsiteX1" fmla="*/ 0 w 3443288"/>
              <a:gd name="connsiteY1" fmla="*/ 0 h 6891337"/>
              <a:gd name="connsiteX2" fmla="*/ 0 w 3443288"/>
              <a:gd name="connsiteY2" fmla="*/ 6891338 h 6891337"/>
              <a:gd name="connsiteX3" fmla="*/ 3443288 w 3443288"/>
              <a:gd name="connsiteY3" fmla="*/ 6891338 h 6891337"/>
              <a:gd name="connsiteX4" fmla="*/ 3443288 w 3443288"/>
              <a:gd name="connsiteY4" fmla="*/ 0 h 68913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6891337">
                <a:moveTo>
                  <a:pt x="3443288" y="0"/>
                </a:moveTo>
                <a:lnTo>
                  <a:pt x="0" y="0"/>
                </a:lnTo>
                <a:lnTo>
                  <a:pt x="0" y="6891338"/>
                </a:lnTo>
                <a:lnTo>
                  <a:pt x="3443288" y="6891338"/>
                </a:lnTo>
                <a:lnTo>
                  <a:pt x="3443288" y="0"/>
                </a:lnTo>
                <a:close/>
              </a:path>
            </a:pathLst>
          </a:custGeom>
          <a:solidFill>
            <a:schemeClr val="accent3"/>
          </a:solidFill>
          <a:ln w="4756" cap="flat">
            <a:noFill/>
            <a:prstDash val="solid"/>
            <a:miter/>
          </a:ln>
        </p:spPr>
        <p:txBody>
          <a:bodyPr rtlCol="0" anchor="ctr">
            <a:noAutofit/>
          </a:bodyPr>
          <a:lstStyle/>
          <a:p>
            <a:endParaRPr lang="en-US" dirty="0"/>
          </a:p>
        </p:txBody>
      </p:sp>
      <p:pic>
        <p:nvPicPr>
          <p:cNvPr id="13" name="Image 1">
            <a:extLst>
              <a:ext uri="{FF2B5EF4-FFF2-40B4-BE49-F238E27FC236}">
                <a16:creationId xmlns:a16="http://schemas.microsoft.com/office/drawing/2014/main" id="{951C5737-DF7E-D671-AC74-9E488335BCA2}"/>
              </a:ext>
              <a:ext uri="{C183D7F6-B498-43B3-948B-1728B52AA6E4}">
                <adec:decorative xmlns:adec="http://schemas.microsoft.com/office/drawing/2017/decorative" val="1"/>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p:blipFill>
        <p:spPr>
          <a:xfrm>
            <a:off x="1703311" y="-2784"/>
            <a:ext cx="1734410" cy="5167313"/>
          </a:xfrm>
          <a:prstGeom prst="rect">
            <a:avLst/>
          </a:prstGeom>
        </p:spPr>
      </p:pic>
      <p:sp>
        <p:nvSpPr>
          <p:cNvPr id="39" name="Freeform: Shape 38">
            <a:extLst>
              <a:ext uri="{FF2B5EF4-FFF2-40B4-BE49-F238E27FC236}">
                <a16:creationId xmlns:a16="http://schemas.microsoft.com/office/drawing/2014/main" id="{F232A1E1-DD38-15EA-6CA1-A84950EC43F0}"/>
              </a:ext>
              <a:ext uri="{C183D7F6-B498-43B3-948B-1728B52AA6E4}">
                <adec:decorative xmlns:adec="http://schemas.microsoft.com/office/drawing/2017/decorative" val="1"/>
              </a:ext>
            </a:extLst>
          </p:cNvPr>
          <p:cNvSpPr/>
          <p:nvPr/>
        </p:nvSpPr>
        <p:spPr>
          <a:xfrm>
            <a:off x="1721621" y="-2784"/>
            <a:ext cx="1716115" cy="1720853"/>
          </a:xfrm>
          <a:custGeom>
            <a:avLst/>
            <a:gdLst>
              <a:gd name="connsiteX0" fmla="*/ 93358 w 1716115"/>
              <a:gd name="connsiteY0" fmla="*/ 0 h 1720853"/>
              <a:gd name="connsiteX1" fmla="*/ 110348 w 1716115"/>
              <a:gd name="connsiteY1" fmla="*/ 0 h 1720853"/>
              <a:gd name="connsiteX2" fmla="*/ 1716029 w 1716115"/>
              <a:gd name="connsiteY2" fmla="*/ 1610112 h 1720853"/>
              <a:gd name="connsiteX3" fmla="*/ 1716029 w 1716115"/>
              <a:gd name="connsiteY3" fmla="*/ 1627151 h 1720853"/>
              <a:gd name="connsiteX4" fmla="*/ 1716115 w 1716115"/>
              <a:gd name="connsiteY4" fmla="*/ 1627237 h 1720853"/>
              <a:gd name="connsiteX5" fmla="*/ 93358 w 1716115"/>
              <a:gd name="connsiteY5" fmla="*/ 0 h 1720853"/>
              <a:gd name="connsiteX6" fmla="*/ 0 w 1716115"/>
              <a:gd name="connsiteY6" fmla="*/ 0 h 1720853"/>
              <a:gd name="connsiteX7" fmla="*/ 16989 w 1716115"/>
              <a:gd name="connsiteY7" fmla="*/ 0 h 1720853"/>
              <a:gd name="connsiteX8" fmla="*/ 1716114 w 1716115"/>
              <a:gd name="connsiteY8" fmla="*/ 1703814 h 1720853"/>
              <a:gd name="connsiteX9" fmla="*/ 1716114 w 1716115"/>
              <a:gd name="connsiteY9" fmla="*/ 1720853 h 1720853"/>
              <a:gd name="connsiteX10" fmla="*/ 0 w 1716115"/>
              <a:gd name="connsiteY10" fmla="*/ 0 h 1720853"/>
              <a:gd name="connsiteX11" fmla="*/ 186798 w 1716115"/>
              <a:gd name="connsiteY11" fmla="*/ 0 h 1720853"/>
              <a:gd name="connsiteX12" fmla="*/ 203788 w 1716115"/>
              <a:gd name="connsiteY12" fmla="*/ 0 h 1720853"/>
              <a:gd name="connsiteX13" fmla="*/ 1716109 w 1716115"/>
              <a:gd name="connsiteY13" fmla="*/ 1516501 h 1720853"/>
              <a:gd name="connsiteX14" fmla="*/ 1716109 w 1716115"/>
              <a:gd name="connsiteY14" fmla="*/ 1533535 h 1720853"/>
              <a:gd name="connsiteX15" fmla="*/ 186798 w 1716115"/>
              <a:gd name="connsiteY15" fmla="*/ 0 h 1720853"/>
              <a:gd name="connsiteX16" fmla="*/ 280155 w 1716115"/>
              <a:gd name="connsiteY16" fmla="*/ 0 h 1720853"/>
              <a:gd name="connsiteX17" fmla="*/ 297145 w 1716115"/>
              <a:gd name="connsiteY17" fmla="*/ 0 h 1720853"/>
              <a:gd name="connsiteX18" fmla="*/ 1716114 w 1716115"/>
              <a:gd name="connsiteY18" fmla="*/ 1422885 h 1720853"/>
              <a:gd name="connsiteX19" fmla="*/ 1716114 w 1716115"/>
              <a:gd name="connsiteY19" fmla="*/ 1439924 h 1720853"/>
              <a:gd name="connsiteX20" fmla="*/ 280155 w 1716115"/>
              <a:gd name="connsiteY20" fmla="*/ 0 h 1720853"/>
              <a:gd name="connsiteX21" fmla="*/ 373512 w 1716115"/>
              <a:gd name="connsiteY21" fmla="*/ 0 h 1720853"/>
              <a:gd name="connsiteX22" fmla="*/ 390502 w 1716115"/>
              <a:gd name="connsiteY22" fmla="*/ 0 h 1720853"/>
              <a:gd name="connsiteX23" fmla="*/ 1716029 w 1716115"/>
              <a:gd name="connsiteY23" fmla="*/ 1329184 h 1720853"/>
              <a:gd name="connsiteX24" fmla="*/ 1716029 w 1716115"/>
              <a:gd name="connsiteY24" fmla="*/ 1346223 h 1720853"/>
              <a:gd name="connsiteX25" fmla="*/ 1716114 w 1716115"/>
              <a:gd name="connsiteY25" fmla="*/ 1346308 h 1720853"/>
              <a:gd name="connsiteX26" fmla="*/ 373512 w 1716115"/>
              <a:gd name="connsiteY26" fmla="*/ 0 h 1720853"/>
              <a:gd name="connsiteX27" fmla="*/ 466953 w 1716115"/>
              <a:gd name="connsiteY27" fmla="*/ 0 h 1720853"/>
              <a:gd name="connsiteX28" fmla="*/ 483944 w 1716115"/>
              <a:gd name="connsiteY28" fmla="*/ 0 h 1720853"/>
              <a:gd name="connsiteX29" fmla="*/ 1716110 w 1716115"/>
              <a:gd name="connsiteY29" fmla="*/ 1235573 h 1720853"/>
              <a:gd name="connsiteX30" fmla="*/ 1716110 w 1716115"/>
              <a:gd name="connsiteY30" fmla="*/ 1252607 h 1720853"/>
              <a:gd name="connsiteX31" fmla="*/ 466953 w 1716115"/>
              <a:gd name="connsiteY31" fmla="*/ 0 h 1720853"/>
              <a:gd name="connsiteX32" fmla="*/ 560310 w 1716115"/>
              <a:gd name="connsiteY32" fmla="*/ 0 h 1720853"/>
              <a:gd name="connsiteX33" fmla="*/ 577297 w 1716115"/>
              <a:gd name="connsiteY33" fmla="*/ 0 h 1720853"/>
              <a:gd name="connsiteX34" fmla="*/ 1716109 w 1716115"/>
              <a:gd name="connsiteY34" fmla="*/ 1141957 h 1720853"/>
              <a:gd name="connsiteX35" fmla="*/ 1716109 w 1716115"/>
              <a:gd name="connsiteY35" fmla="*/ 1158991 h 1720853"/>
              <a:gd name="connsiteX36" fmla="*/ 560310 w 1716115"/>
              <a:gd name="connsiteY36" fmla="*/ 0 h 1720853"/>
              <a:gd name="connsiteX37" fmla="*/ 653668 w 1716115"/>
              <a:gd name="connsiteY37" fmla="*/ 0 h 1720853"/>
              <a:gd name="connsiteX38" fmla="*/ 670655 w 1716115"/>
              <a:gd name="connsiteY38" fmla="*/ 0 h 1720853"/>
              <a:gd name="connsiteX39" fmla="*/ 1716029 w 1716115"/>
              <a:gd name="connsiteY39" fmla="*/ 1048255 h 1720853"/>
              <a:gd name="connsiteX40" fmla="*/ 1716029 w 1716115"/>
              <a:gd name="connsiteY40" fmla="*/ 1065294 h 1720853"/>
              <a:gd name="connsiteX41" fmla="*/ 1716114 w 1716115"/>
              <a:gd name="connsiteY41" fmla="*/ 1065380 h 1720853"/>
              <a:gd name="connsiteX42" fmla="*/ 653668 w 1716115"/>
              <a:gd name="connsiteY42" fmla="*/ 0 h 1720853"/>
              <a:gd name="connsiteX43" fmla="*/ 747112 w 1716115"/>
              <a:gd name="connsiteY43" fmla="*/ 0 h 1720853"/>
              <a:gd name="connsiteX44" fmla="*/ 764104 w 1716115"/>
              <a:gd name="connsiteY44" fmla="*/ 0 h 1720853"/>
              <a:gd name="connsiteX45" fmla="*/ 1716115 w 1716115"/>
              <a:gd name="connsiteY45" fmla="*/ 954644 h 1720853"/>
              <a:gd name="connsiteX46" fmla="*/ 1716115 w 1716115"/>
              <a:gd name="connsiteY46" fmla="*/ 971678 h 1720853"/>
              <a:gd name="connsiteX47" fmla="*/ 747112 w 1716115"/>
              <a:gd name="connsiteY47" fmla="*/ 0 h 1720853"/>
              <a:gd name="connsiteX48" fmla="*/ 840465 w 1716115"/>
              <a:gd name="connsiteY48" fmla="*/ 0 h 1720853"/>
              <a:gd name="connsiteX49" fmla="*/ 857452 w 1716115"/>
              <a:gd name="connsiteY49" fmla="*/ 0 h 1720853"/>
              <a:gd name="connsiteX50" fmla="*/ 1716109 w 1716115"/>
              <a:gd name="connsiteY50" fmla="*/ 861028 h 1720853"/>
              <a:gd name="connsiteX51" fmla="*/ 1716109 w 1716115"/>
              <a:gd name="connsiteY51" fmla="*/ 878062 h 1720853"/>
              <a:gd name="connsiteX52" fmla="*/ 840465 w 1716115"/>
              <a:gd name="connsiteY52" fmla="*/ 0 h 1720853"/>
              <a:gd name="connsiteX53" fmla="*/ 933823 w 1716115"/>
              <a:gd name="connsiteY53" fmla="*/ 0 h 1720853"/>
              <a:gd name="connsiteX54" fmla="*/ 950810 w 1716115"/>
              <a:gd name="connsiteY54" fmla="*/ 0 h 1720853"/>
              <a:gd name="connsiteX55" fmla="*/ 1716114 w 1716115"/>
              <a:gd name="connsiteY55" fmla="*/ 767327 h 1720853"/>
              <a:gd name="connsiteX56" fmla="*/ 1716114 w 1716115"/>
              <a:gd name="connsiteY56" fmla="*/ 784366 h 1720853"/>
              <a:gd name="connsiteX57" fmla="*/ 1716114 w 1716115"/>
              <a:gd name="connsiteY57" fmla="*/ 784451 h 1720853"/>
              <a:gd name="connsiteX58" fmla="*/ 933823 w 1716115"/>
              <a:gd name="connsiteY58" fmla="*/ 0 h 1720853"/>
              <a:gd name="connsiteX59" fmla="*/ 1027262 w 1716115"/>
              <a:gd name="connsiteY59" fmla="*/ 0 h 1720853"/>
              <a:gd name="connsiteX60" fmla="*/ 1044254 w 1716115"/>
              <a:gd name="connsiteY60" fmla="*/ 0 h 1720853"/>
              <a:gd name="connsiteX61" fmla="*/ 1716110 w 1716115"/>
              <a:gd name="connsiteY61" fmla="*/ 673716 h 1720853"/>
              <a:gd name="connsiteX62" fmla="*/ 1716110 w 1716115"/>
              <a:gd name="connsiteY62" fmla="*/ 690750 h 1720853"/>
              <a:gd name="connsiteX63" fmla="*/ 1027262 w 1716115"/>
              <a:gd name="connsiteY63" fmla="*/ 0 h 1720853"/>
              <a:gd name="connsiteX64" fmla="*/ 1120625 w 1716115"/>
              <a:gd name="connsiteY64" fmla="*/ 0 h 1720853"/>
              <a:gd name="connsiteX65" fmla="*/ 1137612 w 1716115"/>
              <a:gd name="connsiteY65" fmla="*/ 0 h 1720853"/>
              <a:gd name="connsiteX66" fmla="*/ 1716115 w 1716115"/>
              <a:gd name="connsiteY66" fmla="*/ 580100 h 1720853"/>
              <a:gd name="connsiteX67" fmla="*/ 1716115 w 1716115"/>
              <a:gd name="connsiteY67" fmla="*/ 597134 h 1720853"/>
              <a:gd name="connsiteX68" fmla="*/ 1120625 w 1716115"/>
              <a:gd name="connsiteY68" fmla="*/ 0 h 1720853"/>
              <a:gd name="connsiteX69" fmla="*/ 1213978 w 1716115"/>
              <a:gd name="connsiteY69" fmla="*/ 0 h 1720853"/>
              <a:gd name="connsiteX70" fmla="*/ 1230965 w 1716115"/>
              <a:gd name="connsiteY70" fmla="*/ 0 h 1720853"/>
              <a:gd name="connsiteX71" fmla="*/ 1716109 w 1716115"/>
              <a:gd name="connsiteY71" fmla="*/ 486398 h 1720853"/>
              <a:gd name="connsiteX72" fmla="*/ 1716109 w 1716115"/>
              <a:gd name="connsiteY72" fmla="*/ 503437 h 1720853"/>
              <a:gd name="connsiteX73" fmla="*/ 1716109 w 1716115"/>
              <a:gd name="connsiteY73" fmla="*/ 503523 h 1720853"/>
              <a:gd name="connsiteX74" fmla="*/ 1213978 w 1716115"/>
              <a:gd name="connsiteY74" fmla="*/ 0 h 1720853"/>
              <a:gd name="connsiteX75" fmla="*/ 1307422 w 1716115"/>
              <a:gd name="connsiteY75" fmla="*/ 0 h 1720853"/>
              <a:gd name="connsiteX76" fmla="*/ 1324414 w 1716115"/>
              <a:gd name="connsiteY76" fmla="*/ 0 h 1720853"/>
              <a:gd name="connsiteX77" fmla="*/ 1716115 w 1716115"/>
              <a:gd name="connsiteY77" fmla="*/ 392784 h 1720853"/>
              <a:gd name="connsiteX78" fmla="*/ 1716115 w 1716115"/>
              <a:gd name="connsiteY78" fmla="*/ 409821 h 1720853"/>
              <a:gd name="connsiteX79" fmla="*/ 1307422 w 1716115"/>
              <a:gd name="connsiteY79" fmla="*/ 0 h 1720853"/>
              <a:gd name="connsiteX80" fmla="*/ 1400775 w 1716115"/>
              <a:gd name="connsiteY80" fmla="*/ 0 h 1720853"/>
              <a:gd name="connsiteX81" fmla="*/ 1417762 w 1716115"/>
              <a:gd name="connsiteY81" fmla="*/ 0 h 1720853"/>
              <a:gd name="connsiteX82" fmla="*/ 1716109 w 1716115"/>
              <a:gd name="connsiteY82" fmla="*/ 299170 h 1720853"/>
              <a:gd name="connsiteX83" fmla="*/ 1716109 w 1716115"/>
              <a:gd name="connsiteY83" fmla="*/ 316207 h 1720853"/>
              <a:gd name="connsiteX84" fmla="*/ 1400775 w 1716115"/>
              <a:gd name="connsiteY84" fmla="*/ 0 h 1720853"/>
              <a:gd name="connsiteX85" fmla="*/ 1494133 w 1716115"/>
              <a:gd name="connsiteY85" fmla="*/ 0 h 1720853"/>
              <a:gd name="connsiteX86" fmla="*/ 1511120 w 1716115"/>
              <a:gd name="connsiteY86" fmla="*/ 0 h 1720853"/>
              <a:gd name="connsiteX87" fmla="*/ 1716109 w 1716115"/>
              <a:gd name="connsiteY87" fmla="*/ 205556 h 1720853"/>
              <a:gd name="connsiteX88" fmla="*/ 1716109 w 1716115"/>
              <a:gd name="connsiteY88" fmla="*/ 222592 h 1720853"/>
              <a:gd name="connsiteX89" fmla="*/ 1494133 w 1716115"/>
              <a:gd name="connsiteY89" fmla="*/ 0 h 1720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1716115" h="1720853">
                <a:moveTo>
                  <a:pt x="93358" y="0"/>
                </a:moveTo>
                <a:lnTo>
                  <a:pt x="110348" y="0"/>
                </a:lnTo>
                <a:cubicBezTo>
                  <a:pt x="110348" y="887874"/>
                  <a:pt x="830686" y="1610112"/>
                  <a:pt x="1716029" y="1610112"/>
                </a:cubicBezTo>
                <a:lnTo>
                  <a:pt x="1716029" y="1627151"/>
                </a:lnTo>
                <a:lnTo>
                  <a:pt x="1716115" y="1627237"/>
                </a:lnTo>
                <a:cubicBezTo>
                  <a:pt x="821334" y="1627237"/>
                  <a:pt x="93358" y="897252"/>
                  <a:pt x="93358" y="0"/>
                </a:cubicBezTo>
                <a:close/>
                <a:moveTo>
                  <a:pt x="0" y="0"/>
                </a:moveTo>
                <a:lnTo>
                  <a:pt x="16989" y="0"/>
                </a:lnTo>
                <a:cubicBezTo>
                  <a:pt x="16989" y="939499"/>
                  <a:pt x="779202" y="1703814"/>
                  <a:pt x="1716114" y="1703814"/>
                </a:cubicBezTo>
                <a:lnTo>
                  <a:pt x="1716114" y="1720853"/>
                </a:lnTo>
                <a:cubicBezTo>
                  <a:pt x="769850" y="1720853"/>
                  <a:pt x="0" y="948877"/>
                  <a:pt x="0" y="0"/>
                </a:cubicBezTo>
                <a:close/>
                <a:moveTo>
                  <a:pt x="186798" y="0"/>
                </a:moveTo>
                <a:lnTo>
                  <a:pt x="203788" y="0"/>
                </a:lnTo>
                <a:cubicBezTo>
                  <a:pt x="203788" y="836248"/>
                  <a:pt x="882254" y="1516501"/>
                  <a:pt x="1716109" y="1516501"/>
                </a:cubicBezTo>
                <a:lnTo>
                  <a:pt x="1716109" y="1533535"/>
                </a:lnTo>
                <a:cubicBezTo>
                  <a:pt x="872812" y="1533535"/>
                  <a:pt x="186798" y="845626"/>
                  <a:pt x="186798" y="0"/>
                </a:cubicBezTo>
                <a:close/>
                <a:moveTo>
                  <a:pt x="280155" y="0"/>
                </a:moveTo>
                <a:lnTo>
                  <a:pt x="297145" y="0"/>
                </a:lnTo>
                <a:cubicBezTo>
                  <a:pt x="297145" y="784537"/>
                  <a:pt x="933652" y="1422885"/>
                  <a:pt x="1716114" y="1422885"/>
                </a:cubicBezTo>
                <a:lnTo>
                  <a:pt x="1716114" y="1439924"/>
                </a:lnTo>
                <a:cubicBezTo>
                  <a:pt x="924300" y="1439924"/>
                  <a:pt x="280155" y="794001"/>
                  <a:pt x="280155" y="0"/>
                </a:cubicBezTo>
                <a:close/>
                <a:moveTo>
                  <a:pt x="373512" y="0"/>
                </a:moveTo>
                <a:lnTo>
                  <a:pt x="390502" y="0"/>
                </a:lnTo>
                <a:cubicBezTo>
                  <a:pt x="390502" y="732911"/>
                  <a:pt x="985135" y="1329184"/>
                  <a:pt x="1716029" y="1329184"/>
                </a:cubicBezTo>
                <a:lnTo>
                  <a:pt x="1716029" y="1346223"/>
                </a:lnTo>
                <a:lnTo>
                  <a:pt x="1716114" y="1346308"/>
                </a:lnTo>
                <a:cubicBezTo>
                  <a:pt x="975783" y="1346308"/>
                  <a:pt x="373512" y="742375"/>
                  <a:pt x="373512" y="0"/>
                </a:cubicBezTo>
                <a:close/>
                <a:moveTo>
                  <a:pt x="466953" y="0"/>
                </a:moveTo>
                <a:lnTo>
                  <a:pt x="483944" y="0"/>
                </a:lnTo>
                <a:cubicBezTo>
                  <a:pt x="483944" y="681286"/>
                  <a:pt x="1036704" y="1235573"/>
                  <a:pt x="1716110" y="1235573"/>
                </a:cubicBezTo>
                <a:lnTo>
                  <a:pt x="1716110" y="1252607"/>
                </a:lnTo>
                <a:cubicBezTo>
                  <a:pt x="1027347" y="1252607"/>
                  <a:pt x="466953" y="690664"/>
                  <a:pt x="466953" y="0"/>
                </a:cubicBezTo>
                <a:close/>
                <a:moveTo>
                  <a:pt x="560310" y="0"/>
                </a:moveTo>
                <a:lnTo>
                  <a:pt x="577297" y="0"/>
                </a:lnTo>
                <a:cubicBezTo>
                  <a:pt x="577297" y="629660"/>
                  <a:pt x="1088188" y="1141957"/>
                  <a:pt x="1716109" y="1141957"/>
                </a:cubicBezTo>
                <a:lnTo>
                  <a:pt x="1716109" y="1158991"/>
                </a:lnTo>
                <a:cubicBezTo>
                  <a:pt x="1078835" y="1158991"/>
                  <a:pt x="560310" y="639038"/>
                  <a:pt x="560310" y="0"/>
                </a:cubicBezTo>
                <a:close/>
                <a:moveTo>
                  <a:pt x="653668" y="0"/>
                </a:moveTo>
                <a:lnTo>
                  <a:pt x="670655" y="0"/>
                </a:lnTo>
                <a:cubicBezTo>
                  <a:pt x="670655" y="578035"/>
                  <a:pt x="1139586" y="1048255"/>
                  <a:pt x="1716029" y="1048255"/>
                </a:cubicBezTo>
                <a:lnTo>
                  <a:pt x="1716029" y="1065294"/>
                </a:lnTo>
                <a:lnTo>
                  <a:pt x="1716114" y="1065380"/>
                </a:lnTo>
                <a:cubicBezTo>
                  <a:pt x="1130319" y="1065380"/>
                  <a:pt x="653668" y="587499"/>
                  <a:pt x="653668" y="0"/>
                </a:cubicBezTo>
                <a:close/>
                <a:moveTo>
                  <a:pt x="747112" y="0"/>
                </a:moveTo>
                <a:lnTo>
                  <a:pt x="764104" y="0"/>
                </a:lnTo>
                <a:cubicBezTo>
                  <a:pt x="764104" y="526409"/>
                  <a:pt x="1191155" y="954644"/>
                  <a:pt x="1716115" y="954644"/>
                </a:cubicBezTo>
                <a:lnTo>
                  <a:pt x="1716115" y="971678"/>
                </a:lnTo>
                <a:cubicBezTo>
                  <a:pt x="1181802" y="971678"/>
                  <a:pt x="747112" y="535787"/>
                  <a:pt x="747112" y="0"/>
                </a:cubicBezTo>
                <a:close/>
                <a:moveTo>
                  <a:pt x="840465" y="0"/>
                </a:moveTo>
                <a:lnTo>
                  <a:pt x="857452" y="0"/>
                </a:lnTo>
                <a:cubicBezTo>
                  <a:pt x="857452" y="474783"/>
                  <a:pt x="1242638" y="861028"/>
                  <a:pt x="1716109" y="861028"/>
                </a:cubicBezTo>
                <a:lnTo>
                  <a:pt x="1716109" y="878062"/>
                </a:lnTo>
                <a:cubicBezTo>
                  <a:pt x="1233281" y="878062"/>
                  <a:pt x="840465" y="484162"/>
                  <a:pt x="840465" y="0"/>
                </a:cubicBezTo>
                <a:close/>
                <a:moveTo>
                  <a:pt x="933823" y="0"/>
                </a:moveTo>
                <a:lnTo>
                  <a:pt x="950810" y="0"/>
                </a:lnTo>
                <a:cubicBezTo>
                  <a:pt x="950810" y="423157"/>
                  <a:pt x="1294121" y="767327"/>
                  <a:pt x="1716114" y="767327"/>
                </a:cubicBezTo>
                <a:lnTo>
                  <a:pt x="1716114" y="784366"/>
                </a:lnTo>
                <a:lnTo>
                  <a:pt x="1716114" y="784451"/>
                </a:lnTo>
                <a:cubicBezTo>
                  <a:pt x="1284769" y="784451"/>
                  <a:pt x="933823" y="432536"/>
                  <a:pt x="933823" y="0"/>
                </a:cubicBezTo>
                <a:close/>
                <a:moveTo>
                  <a:pt x="1027262" y="0"/>
                </a:moveTo>
                <a:lnTo>
                  <a:pt x="1044254" y="0"/>
                </a:lnTo>
                <a:cubicBezTo>
                  <a:pt x="1044254" y="371532"/>
                  <a:pt x="1345685" y="673716"/>
                  <a:pt x="1716110" y="673716"/>
                </a:cubicBezTo>
                <a:lnTo>
                  <a:pt x="1716110" y="690750"/>
                </a:lnTo>
                <a:cubicBezTo>
                  <a:pt x="1336248" y="690750"/>
                  <a:pt x="1027262" y="380824"/>
                  <a:pt x="1027262" y="0"/>
                </a:cubicBezTo>
                <a:close/>
                <a:moveTo>
                  <a:pt x="1120625" y="0"/>
                </a:moveTo>
                <a:lnTo>
                  <a:pt x="1137612" y="0"/>
                </a:lnTo>
                <a:cubicBezTo>
                  <a:pt x="1137612" y="319820"/>
                  <a:pt x="1397088" y="580100"/>
                  <a:pt x="1716115" y="580100"/>
                </a:cubicBezTo>
                <a:lnTo>
                  <a:pt x="1716115" y="597134"/>
                </a:lnTo>
                <a:cubicBezTo>
                  <a:pt x="1387736" y="597134"/>
                  <a:pt x="1120625" y="329285"/>
                  <a:pt x="1120625" y="0"/>
                </a:cubicBezTo>
                <a:close/>
                <a:moveTo>
                  <a:pt x="1213978" y="0"/>
                </a:moveTo>
                <a:lnTo>
                  <a:pt x="1230965" y="0"/>
                </a:lnTo>
                <a:cubicBezTo>
                  <a:pt x="1230965" y="268195"/>
                  <a:pt x="1448571" y="486398"/>
                  <a:pt x="1716109" y="486398"/>
                </a:cubicBezTo>
                <a:lnTo>
                  <a:pt x="1716109" y="503437"/>
                </a:lnTo>
                <a:lnTo>
                  <a:pt x="1716109" y="503523"/>
                </a:lnTo>
                <a:cubicBezTo>
                  <a:pt x="1439214" y="503523"/>
                  <a:pt x="1213978" y="277659"/>
                  <a:pt x="1213978" y="0"/>
                </a:cubicBezTo>
                <a:close/>
                <a:moveTo>
                  <a:pt x="1307422" y="0"/>
                </a:moveTo>
                <a:lnTo>
                  <a:pt x="1324414" y="0"/>
                </a:lnTo>
                <a:cubicBezTo>
                  <a:pt x="1324414" y="216569"/>
                  <a:pt x="1500141" y="392784"/>
                  <a:pt x="1716115" y="392784"/>
                </a:cubicBezTo>
                <a:lnTo>
                  <a:pt x="1716115" y="409821"/>
                </a:lnTo>
                <a:cubicBezTo>
                  <a:pt x="1490703" y="409821"/>
                  <a:pt x="1307422" y="225948"/>
                  <a:pt x="1307422" y="0"/>
                </a:cubicBezTo>
                <a:close/>
                <a:moveTo>
                  <a:pt x="1400775" y="0"/>
                </a:moveTo>
                <a:lnTo>
                  <a:pt x="1417762" y="0"/>
                </a:lnTo>
                <a:cubicBezTo>
                  <a:pt x="1417762" y="164944"/>
                  <a:pt x="1551619" y="299170"/>
                  <a:pt x="1716109" y="299170"/>
                </a:cubicBezTo>
                <a:lnTo>
                  <a:pt x="1716109" y="316207"/>
                </a:lnTo>
                <a:cubicBezTo>
                  <a:pt x="1542266" y="316207"/>
                  <a:pt x="1400775" y="174322"/>
                  <a:pt x="1400775" y="0"/>
                </a:cubicBezTo>
                <a:close/>
                <a:moveTo>
                  <a:pt x="1494133" y="0"/>
                </a:moveTo>
                <a:lnTo>
                  <a:pt x="1511120" y="0"/>
                </a:lnTo>
                <a:cubicBezTo>
                  <a:pt x="1511120" y="113318"/>
                  <a:pt x="1603017" y="205556"/>
                  <a:pt x="1716109" y="205556"/>
                </a:cubicBezTo>
                <a:lnTo>
                  <a:pt x="1716109" y="222592"/>
                </a:lnTo>
                <a:cubicBezTo>
                  <a:pt x="1593750" y="222592"/>
                  <a:pt x="1494133" y="122783"/>
                  <a:pt x="1494133" y="0"/>
                </a:cubicBezTo>
                <a:close/>
              </a:path>
            </a:pathLst>
          </a:custGeom>
          <a:solidFill>
            <a:schemeClr val="bg1">
              <a:alpha val="99000"/>
            </a:schemeClr>
          </a:solidFill>
          <a:ln w="4723" cap="flat">
            <a:noFill/>
            <a:prstDash val="solid"/>
            <a:miter/>
          </a:ln>
        </p:spPr>
        <p:txBody>
          <a:bodyPr rtlCol="0" anchor="ctr"/>
          <a:lstStyle/>
          <a:p>
            <a:endParaRPr lang="en-US" dirty="0"/>
          </a:p>
        </p:txBody>
      </p:sp>
      <p:sp>
        <p:nvSpPr>
          <p:cNvPr id="17" name="Image 5">
            <a:extLst>
              <a:ext uri="{FF2B5EF4-FFF2-40B4-BE49-F238E27FC236}">
                <a16:creationId xmlns:a16="http://schemas.microsoft.com/office/drawing/2014/main" id="{B9036D42-A06F-E6EE-BB91-8BAF045198BE}"/>
              </a:ext>
              <a:ext uri="{C183D7F6-B498-43B3-948B-1728B52AA6E4}">
                <adec:decorative xmlns:adec="http://schemas.microsoft.com/office/drawing/2017/decorative" val="1"/>
              </a:ext>
            </a:extLst>
          </p:cNvPr>
          <p:cNvSpPr/>
          <p:nvPr userDrawn="1"/>
        </p:nvSpPr>
        <p:spPr>
          <a:xfrm>
            <a:off x="-5568" y="3440504"/>
            <a:ext cx="3443288" cy="3448050"/>
          </a:xfrm>
          <a:custGeom>
            <a:avLst/>
            <a:gdLst>
              <a:gd name="connsiteX0" fmla="*/ 1721644 w 3443288"/>
              <a:gd name="connsiteY0" fmla="*/ 3448051 h 3448050"/>
              <a:gd name="connsiteX1" fmla="*/ 3443288 w 3443288"/>
              <a:gd name="connsiteY1" fmla="*/ 1724025 h 3448050"/>
              <a:gd name="connsiteX2" fmla="*/ 1721644 w 3443288"/>
              <a:gd name="connsiteY2" fmla="*/ 0 h 3448050"/>
              <a:gd name="connsiteX3" fmla="*/ 0 w 3443288"/>
              <a:gd name="connsiteY3" fmla="*/ 1724025 h 3448050"/>
              <a:gd name="connsiteX4" fmla="*/ 1721644 w 3443288"/>
              <a:gd name="connsiteY4" fmla="*/ 3448051 h 3448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3448050">
                <a:moveTo>
                  <a:pt x="1721644" y="3448051"/>
                </a:moveTo>
                <a:cubicBezTo>
                  <a:pt x="2672482" y="3448051"/>
                  <a:pt x="3443288" y="2676178"/>
                  <a:pt x="3443288" y="1724025"/>
                </a:cubicBezTo>
                <a:cubicBezTo>
                  <a:pt x="3443288" y="771873"/>
                  <a:pt x="2672482" y="0"/>
                  <a:pt x="1721644" y="0"/>
                </a:cubicBezTo>
                <a:cubicBezTo>
                  <a:pt x="770806" y="0"/>
                  <a:pt x="0" y="771873"/>
                  <a:pt x="0" y="1724025"/>
                </a:cubicBezTo>
                <a:cubicBezTo>
                  <a:pt x="0" y="2676178"/>
                  <a:pt x="770806" y="3448051"/>
                  <a:pt x="1721644" y="3448051"/>
                </a:cubicBezTo>
                <a:close/>
              </a:path>
            </a:pathLst>
          </a:custGeom>
          <a:solidFill>
            <a:schemeClr val="accent6"/>
          </a:solidFill>
          <a:ln w="4756" cap="flat">
            <a:noFill/>
            <a:prstDash val="solid"/>
            <a:miter/>
          </a:ln>
        </p:spPr>
        <p:txBody>
          <a:bodyPr rtlCol="0" anchor="ctr">
            <a:noAutofit/>
          </a:bodyPr>
          <a:lstStyle/>
          <a:p>
            <a:endParaRPr lang="en-US" dirty="0"/>
          </a:p>
        </p:txBody>
      </p:sp>
      <p:pic>
        <p:nvPicPr>
          <p:cNvPr id="19" name="Image 6">
            <a:extLst>
              <a:ext uri="{FF2B5EF4-FFF2-40B4-BE49-F238E27FC236}">
                <a16:creationId xmlns:a16="http://schemas.microsoft.com/office/drawing/2014/main" id="{86E0540C-3355-A50D-AC61-047B54B70C64}"/>
              </a:ext>
              <a:ext uri="{C183D7F6-B498-43B3-948B-1728B52AA6E4}">
                <adec:decorative xmlns:adec="http://schemas.microsoft.com/office/drawing/2017/decorative" val="1"/>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1718457" y="3440504"/>
            <a:ext cx="1719263" cy="1724025"/>
          </a:xfrm>
          <a:prstGeom prst="rect">
            <a:avLst/>
          </a:prstGeom>
        </p:spPr>
      </p:pic>
      <p:sp>
        <p:nvSpPr>
          <p:cNvPr id="16" name="Slide Number Placeholder 2">
            <a:extLst>
              <a:ext uri="{FF2B5EF4-FFF2-40B4-BE49-F238E27FC236}">
                <a16:creationId xmlns:a16="http://schemas.microsoft.com/office/drawing/2014/main" id="{B00F713C-1CC6-5879-0410-95F179D56AD2}"/>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
        <p:nvSpPr>
          <p:cNvPr id="2" name="Content Placeholder 2">
            <a:extLst>
              <a:ext uri="{FF2B5EF4-FFF2-40B4-BE49-F238E27FC236}">
                <a16:creationId xmlns:a16="http://schemas.microsoft.com/office/drawing/2014/main" id="{8E40D3F2-4A7A-F909-AC98-0B402B26776E}"/>
              </a:ext>
            </a:extLst>
          </p:cNvPr>
          <p:cNvSpPr>
            <a:spLocks noGrp="1"/>
          </p:cNvSpPr>
          <p:nvPr>
            <p:ph idx="11" hasCustomPrompt="1"/>
          </p:nvPr>
        </p:nvSpPr>
        <p:spPr>
          <a:xfrm>
            <a:off x="4364808" y="3808750"/>
            <a:ext cx="7043618" cy="2233233"/>
          </a:xfrm>
        </p:spPr>
        <p:txBody>
          <a:bodyPr lIns="91440" tIns="0" rIns="9144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Tree>
    <p:extLst>
      <p:ext uri="{BB962C8B-B14F-4D97-AF65-F5344CB8AC3E}">
        <p14:creationId xmlns:p14="http://schemas.microsoft.com/office/powerpoint/2010/main" val="31162965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mparison 4">
    <p:spTree>
      <p:nvGrpSpPr>
        <p:cNvPr id="1" name=""/>
        <p:cNvGrpSpPr/>
        <p:nvPr/>
      </p:nvGrpSpPr>
      <p:grpSpPr>
        <a:xfrm>
          <a:off x="0" y="0"/>
          <a:ext cx="0" cy="0"/>
          <a:chOff x="0" y="0"/>
          <a:chExt cx="0" cy="0"/>
        </a:xfrm>
      </p:grpSpPr>
      <p:sp>
        <p:nvSpPr>
          <p:cNvPr id="27" name="Freeform 26">
            <a:extLst>
              <a:ext uri="{FF2B5EF4-FFF2-40B4-BE49-F238E27FC236}">
                <a16:creationId xmlns:a16="http://schemas.microsoft.com/office/drawing/2014/main" id="{3C7B0BB3-A5CA-7C72-DC39-AD00EC90964C}"/>
              </a:ext>
              <a:ext uri="{C183D7F6-B498-43B3-948B-1728B52AA6E4}">
                <adec:decorative xmlns:adec="http://schemas.microsoft.com/office/drawing/2017/decorative" val="1"/>
              </a:ext>
            </a:extLst>
          </p:cNvPr>
          <p:cNvSpPr/>
          <p:nvPr userDrawn="1"/>
        </p:nvSpPr>
        <p:spPr>
          <a:xfrm>
            <a:off x="8989454" y="3427336"/>
            <a:ext cx="3202546" cy="3430665"/>
          </a:xfrm>
          <a:custGeom>
            <a:avLst/>
            <a:gdLst>
              <a:gd name="connsiteX0" fmla="*/ 0 w 3202546"/>
              <a:gd name="connsiteY0" fmla="*/ 0 h 3430665"/>
              <a:gd name="connsiteX1" fmla="*/ 3202546 w 3202546"/>
              <a:gd name="connsiteY1" fmla="*/ 0 h 3430665"/>
              <a:gd name="connsiteX2" fmla="*/ 3202546 w 3202546"/>
              <a:gd name="connsiteY2" fmla="*/ 3430665 h 3430665"/>
              <a:gd name="connsiteX3" fmla="*/ 0 w 3202546"/>
              <a:gd name="connsiteY3" fmla="*/ 3430665 h 3430665"/>
            </a:gdLst>
            <a:ahLst/>
            <a:cxnLst>
              <a:cxn ang="0">
                <a:pos x="connsiteX0" y="connsiteY0"/>
              </a:cxn>
              <a:cxn ang="0">
                <a:pos x="connsiteX1" y="connsiteY1"/>
              </a:cxn>
              <a:cxn ang="0">
                <a:pos x="connsiteX2" y="connsiteY2"/>
              </a:cxn>
              <a:cxn ang="0">
                <a:pos x="connsiteX3" y="connsiteY3"/>
              </a:cxn>
            </a:cxnLst>
            <a:rect l="l" t="t" r="r" b="b"/>
            <a:pathLst>
              <a:path w="3202546" h="3430665">
                <a:moveTo>
                  <a:pt x="0" y="0"/>
                </a:moveTo>
                <a:lnTo>
                  <a:pt x="3202546" y="0"/>
                </a:lnTo>
                <a:lnTo>
                  <a:pt x="3202546" y="3430665"/>
                </a:lnTo>
                <a:lnTo>
                  <a:pt x="0" y="3430665"/>
                </a:ln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8" name="Freeform 17">
            <a:extLst>
              <a:ext uri="{FF2B5EF4-FFF2-40B4-BE49-F238E27FC236}">
                <a16:creationId xmlns:a16="http://schemas.microsoft.com/office/drawing/2014/main" id="{07871527-68A5-0A5C-F5A6-A80523BAC92F}"/>
              </a:ext>
              <a:ext uri="{C183D7F6-B498-43B3-948B-1728B52AA6E4}">
                <adec:decorative xmlns:adec="http://schemas.microsoft.com/office/drawing/2017/decorative" val="1"/>
              </a:ext>
            </a:extLst>
          </p:cNvPr>
          <p:cNvSpPr/>
          <p:nvPr userDrawn="1"/>
        </p:nvSpPr>
        <p:spPr>
          <a:xfrm>
            <a:off x="8989454" y="3654149"/>
            <a:ext cx="3202546" cy="3203852"/>
          </a:xfrm>
          <a:custGeom>
            <a:avLst/>
            <a:gdLst>
              <a:gd name="connsiteX0" fmla="*/ 3202546 w 3202546"/>
              <a:gd name="connsiteY0" fmla="*/ 0 h 3203852"/>
              <a:gd name="connsiteX1" fmla="*/ 3202546 w 3202546"/>
              <a:gd name="connsiteY1" fmla="*/ 3203852 h 3203852"/>
              <a:gd name="connsiteX2" fmla="*/ 0 w 3202546"/>
              <a:gd name="connsiteY2" fmla="*/ 3203852 h 3203852"/>
              <a:gd name="connsiteX3" fmla="*/ 0 w 3202546"/>
              <a:gd name="connsiteY3" fmla="*/ 3190718 h 3203852"/>
            </a:gdLst>
            <a:ahLst/>
            <a:cxnLst>
              <a:cxn ang="0">
                <a:pos x="connsiteX0" y="connsiteY0"/>
              </a:cxn>
              <a:cxn ang="0">
                <a:pos x="connsiteX1" y="connsiteY1"/>
              </a:cxn>
              <a:cxn ang="0">
                <a:pos x="connsiteX2" y="connsiteY2"/>
              </a:cxn>
              <a:cxn ang="0">
                <a:pos x="connsiteX3" y="connsiteY3"/>
              </a:cxn>
            </a:cxnLst>
            <a:rect l="l" t="t" r="r" b="b"/>
            <a:pathLst>
              <a:path w="3202546" h="3203852">
                <a:moveTo>
                  <a:pt x="3202546" y="0"/>
                </a:moveTo>
                <a:lnTo>
                  <a:pt x="3202546" y="3203852"/>
                </a:lnTo>
                <a:lnTo>
                  <a:pt x="0" y="3203852"/>
                </a:lnTo>
                <a:lnTo>
                  <a:pt x="0" y="3190718"/>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4" name="Freeform 13">
            <a:extLst>
              <a:ext uri="{FF2B5EF4-FFF2-40B4-BE49-F238E27FC236}">
                <a16:creationId xmlns:a16="http://schemas.microsoft.com/office/drawing/2014/main" id="{CEB118B3-9B06-AD11-738A-7A0651F98B7E}"/>
              </a:ext>
              <a:ext uri="{C183D7F6-B498-43B3-948B-1728B52AA6E4}">
                <adec:decorative xmlns:adec="http://schemas.microsoft.com/office/drawing/2017/decorative" val="1"/>
              </a:ext>
            </a:extLst>
          </p:cNvPr>
          <p:cNvSpPr/>
          <p:nvPr userDrawn="1"/>
        </p:nvSpPr>
        <p:spPr>
          <a:xfrm>
            <a:off x="8989455" y="1"/>
            <a:ext cx="3202545" cy="3437345"/>
          </a:xfrm>
          <a:custGeom>
            <a:avLst/>
            <a:gdLst>
              <a:gd name="connsiteX0" fmla="*/ 0 w 3202545"/>
              <a:gd name="connsiteY0" fmla="*/ 0 h 3437345"/>
              <a:gd name="connsiteX1" fmla="*/ 3202545 w 3202545"/>
              <a:gd name="connsiteY1" fmla="*/ 0 h 3437345"/>
              <a:gd name="connsiteX2" fmla="*/ 3202545 w 3202545"/>
              <a:gd name="connsiteY2" fmla="*/ 3437345 h 3437345"/>
              <a:gd name="connsiteX3" fmla="*/ 0 w 3202545"/>
              <a:gd name="connsiteY3" fmla="*/ 3437345 h 3437345"/>
            </a:gdLst>
            <a:ahLst/>
            <a:cxnLst>
              <a:cxn ang="0">
                <a:pos x="connsiteX0" y="connsiteY0"/>
              </a:cxn>
              <a:cxn ang="0">
                <a:pos x="connsiteX1" y="connsiteY1"/>
              </a:cxn>
              <a:cxn ang="0">
                <a:pos x="connsiteX2" y="connsiteY2"/>
              </a:cxn>
              <a:cxn ang="0">
                <a:pos x="connsiteX3" y="connsiteY3"/>
              </a:cxn>
            </a:cxnLst>
            <a:rect l="l" t="t" r="r" b="b"/>
            <a:pathLst>
              <a:path w="3202545" h="3437345">
                <a:moveTo>
                  <a:pt x="0" y="0"/>
                </a:moveTo>
                <a:lnTo>
                  <a:pt x="3202545" y="0"/>
                </a:lnTo>
                <a:lnTo>
                  <a:pt x="3202545" y="3437345"/>
                </a:lnTo>
                <a:lnTo>
                  <a:pt x="0" y="3437345"/>
                </a:lnTo>
                <a:close/>
              </a:path>
            </a:pathLst>
          </a:custGeom>
          <a:solidFill>
            <a:schemeClr val="accent5"/>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6" name="Freeform 15">
            <a:extLst>
              <a:ext uri="{FF2B5EF4-FFF2-40B4-BE49-F238E27FC236}">
                <a16:creationId xmlns:a16="http://schemas.microsoft.com/office/drawing/2014/main" id="{0EA94262-504E-06F2-F383-E832C37B1250}"/>
              </a:ext>
              <a:ext uri="{C183D7F6-B498-43B3-948B-1728B52AA6E4}">
                <adec:decorative xmlns:adec="http://schemas.microsoft.com/office/drawing/2017/decorative" val="1"/>
              </a:ext>
            </a:extLst>
          </p:cNvPr>
          <p:cNvSpPr/>
          <p:nvPr userDrawn="1"/>
        </p:nvSpPr>
        <p:spPr>
          <a:xfrm>
            <a:off x="8989454" y="6681"/>
            <a:ext cx="3202546" cy="3436477"/>
          </a:xfrm>
          <a:custGeom>
            <a:avLst/>
            <a:gdLst>
              <a:gd name="connsiteX0" fmla="*/ 0 w 3202546"/>
              <a:gd name="connsiteY0" fmla="*/ 0 h 3436477"/>
              <a:gd name="connsiteX1" fmla="*/ 3202546 w 3202546"/>
              <a:gd name="connsiteY1" fmla="*/ 3214418 h 3436477"/>
              <a:gd name="connsiteX2" fmla="*/ 3202546 w 3202546"/>
              <a:gd name="connsiteY2" fmla="*/ 3436477 h 3436477"/>
              <a:gd name="connsiteX3" fmla="*/ 0 w 3202546"/>
              <a:gd name="connsiteY3" fmla="*/ 3436477 h 3436477"/>
            </a:gdLst>
            <a:ahLst/>
            <a:cxnLst>
              <a:cxn ang="0">
                <a:pos x="connsiteX0" y="connsiteY0"/>
              </a:cxn>
              <a:cxn ang="0">
                <a:pos x="connsiteX1" y="connsiteY1"/>
              </a:cxn>
              <a:cxn ang="0">
                <a:pos x="connsiteX2" y="connsiteY2"/>
              </a:cxn>
              <a:cxn ang="0">
                <a:pos x="connsiteX3" y="connsiteY3"/>
              </a:cxn>
            </a:cxnLst>
            <a:rect l="l" t="t" r="r" b="b"/>
            <a:pathLst>
              <a:path w="3202546" h="3436477">
                <a:moveTo>
                  <a:pt x="0" y="0"/>
                </a:moveTo>
                <a:lnTo>
                  <a:pt x="3202546" y="3214418"/>
                </a:lnTo>
                <a:lnTo>
                  <a:pt x="3202546" y="3436477"/>
                </a:lnTo>
                <a:lnTo>
                  <a:pt x="0" y="3436477"/>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0" name="Title 19">
            <a:extLst>
              <a:ext uri="{FF2B5EF4-FFF2-40B4-BE49-F238E27FC236}">
                <a16:creationId xmlns:a16="http://schemas.microsoft.com/office/drawing/2014/main" id="{C26B5661-F583-FA44-8353-161B862E69B1}"/>
              </a:ext>
            </a:extLst>
          </p:cNvPr>
          <p:cNvSpPr>
            <a:spLocks noGrp="1"/>
          </p:cNvSpPr>
          <p:nvPr userDrawn="1">
            <p:ph type="title" hasCustomPrompt="1"/>
          </p:nvPr>
        </p:nvSpPr>
        <p:spPr>
          <a:xfrm>
            <a:off x="914399" y="834635"/>
            <a:ext cx="7796464" cy="1222385"/>
          </a:xfrm>
        </p:spPr>
        <p:txBody>
          <a:bodyPr tIns="0" bIns="0">
            <a:noAutofit/>
          </a:bodyPr>
          <a:lstStyle>
            <a:lvl1pPr algn="l">
              <a:lnSpc>
                <a:spcPct val="100000"/>
              </a:lnSpc>
              <a:defRPr sz="3600"/>
            </a:lvl1pPr>
          </a:lstStyle>
          <a:p>
            <a:r>
              <a:rPr lang="en-US" dirty="0"/>
              <a:t>Click to add title</a:t>
            </a:r>
          </a:p>
        </p:txBody>
      </p:sp>
      <p:sp>
        <p:nvSpPr>
          <p:cNvPr id="19" name="Slide Number Placeholder 2">
            <a:extLst>
              <a:ext uri="{FF2B5EF4-FFF2-40B4-BE49-F238E27FC236}">
                <a16:creationId xmlns:a16="http://schemas.microsoft.com/office/drawing/2014/main" id="{BFBCB81C-7599-87A1-8037-5FB8C374503A}"/>
              </a:ext>
            </a:extLst>
          </p:cNvPr>
          <p:cNvSpPr>
            <a:spLocks noGrp="1"/>
          </p:cNvSpPr>
          <p:nvPr userDrawn="1">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
        <p:nvSpPr>
          <p:cNvPr id="23" name="Content Placeholder 3">
            <a:extLst>
              <a:ext uri="{FF2B5EF4-FFF2-40B4-BE49-F238E27FC236}">
                <a16:creationId xmlns:a16="http://schemas.microsoft.com/office/drawing/2014/main" id="{6FF02D51-6992-3FED-2A19-92E5AC564CF4}"/>
              </a:ext>
            </a:extLst>
          </p:cNvPr>
          <p:cNvSpPr>
            <a:spLocks noGrp="1"/>
          </p:cNvSpPr>
          <p:nvPr userDrawn="1">
            <p:ph sz="half" idx="2" hasCustomPrompt="1"/>
          </p:nvPr>
        </p:nvSpPr>
        <p:spPr>
          <a:xfrm>
            <a:off x="914400" y="2303028"/>
            <a:ext cx="3283119" cy="3720337"/>
          </a:xfrm>
        </p:spPr>
        <p:txBody>
          <a:bodyPr lIns="91440" tIns="0" rIns="91440" bIns="0">
            <a:normAutofit/>
          </a:bodyPr>
          <a:lstStyle>
            <a:lvl1pPr marL="0" indent="0">
              <a:spcBef>
                <a:spcPts val="1000"/>
              </a:spcBef>
              <a:buNone/>
              <a:defRPr sz="1800"/>
            </a:lvl1pPr>
            <a:lvl2pPr marL="283464" indent="-283464">
              <a:spcBef>
                <a:spcPts val="1000"/>
              </a:spcBef>
              <a:defRPr sz="1800"/>
            </a:lvl2pPr>
            <a:lvl3pPr marL="283464" indent="-283464">
              <a:spcBef>
                <a:spcPts val="1000"/>
              </a:spcBef>
              <a:defRPr sz="1800"/>
            </a:lvl3pPr>
            <a:lvl4pPr marL="283464" indent="-283464">
              <a:spcBef>
                <a:spcPts val="1000"/>
              </a:spcBef>
              <a:defRPr sz="1800"/>
            </a:lvl4pPr>
            <a:lvl5pPr marL="283464"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5" name="Content Placeholder 5">
            <a:extLst>
              <a:ext uri="{FF2B5EF4-FFF2-40B4-BE49-F238E27FC236}">
                <a16:creationId xmlns:a16="http://schemas.microsoft.com/office/drawing/2014/main" id="{C2762372-3C12-61F8-F131-E4C08A2B1735}"/>
              </a:ext>
            </a:extLst>
          </p:cNvPr>
          <p:cNvSpPr>
            <a:spLocks noGrp="1"/>
          </p:cNvSpPr>
          <p:nvPr userDrawn="1">
            <p:ph sz="quarter" idx="4" hasCustomPrompt="1"/>
          </p:nvPr>
        </p:nvSpPr>
        <p:spPr>
          <a:xfrm>
            <a:off x="4782159" y="2303028"/>
            <a:ext cx="3284951" cy="3720337"/>
          </a:xfrm>
        </p:spPr>
        <p:txBody>
          <a:bodyPr lIns="91440" tIns="0" rIns="91440" bIns="0">
            <a:normAutofit/>
          </a:bodyPr>
          <a:lstStyle>
            <a:lvl1pPr marL="0" indent="0">
              <a:spcBef>
                <a:spcPts val="1000"/>
              </a:spcBef>
              <a:buNone/>
              <a:defRPr sz="1800"/>
            </a:lvl1pPr>
            <a:lvl2pPr marL="283464" indent="-283464">
              <a:spcBef>
                <a:spcPts val="1000"/>
              </a:spcBef>
              <a:defRPr sz="1800"/>
            </a:lvl2pPr>
            <a:lvl3pPr marL="283464" indent="-283464">
              <a:spcBef>
                <a:spcPts val="1000"/>
              </a:spcBef>
              <a:defRPr sz="1800"/>
            </a:lvl3pPr>
            <a:lvl4pPr marL="283464" indent="-283464">
              <a:spcBef>
                <a:spcPts val="1000"/>
              </a:spcBef>
              <a:defRPr sz="1800"/>
            </a:lvl4pPr>
            <a:lvl5pPr marL="283464"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6867332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meline 1">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376CF4B8-1811-BD21-43A7-560AC4724F3B}"/>
              </a:ext>
              <a:ext uri="{C183D7F6-B498-43B3-948B-1728B52AA6E4}">
                <adec:decorative xmlns:adec="http://schemas.microsoft.com/office/drawing/2017/decorative" val="1"/>
              </a:ext>
            </a:extLst>
          </p:cNvPr>
          <p:cNvSpPr/>
          <p:nvPr userDrawn="1"/>
        </p:nvSpPr>
        <p:spPr>
          <a:xfrm>
            <a:off x="-24064" y="-400"/>
            <a:ext cx="12216063" cy="34671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34" name="Rectangle 33">
            <a:extLst>
              <a:ext uri="{FF2B5EF4-FFF2-40B4-BE49-F238E27FC236}">
                <a16:creationId xmlns:a16="http://schemas.microsoft.com/office/drawing/2014/main" id="{30B7B4F0-D3BC-63DF-6429-F771BE5A3270}"/>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2" name="Title 1">
            <a:extLst>
              <a:ext uri="{FF2B5EF4-FFF2-40B4-BE49-F238E27FC236}">
                <a16:creationId xmlns:a16="http://schemas.microsoft.com/office/drawing/2014/main" id="{A65C6DDD-D2BB-0153-0F53-9F7C17BDFD2B}"/>
              </a:ext>
            </a:extLst>
          </p:cNvPr>
          <p:cNvSpPr>
            <a:spLocks noGrp="1"/>
          </p:cNvSpPr>
          <p:nvPr>
            <p:ph type="title" hasCustomPrompt="1"/>
          </p:nvPr>
        </p:nvSpPr>
        <p:spPr>
          <a:xfrm>
            <a:off x="914400" y="965393"/>
            <a:ext cx="7631709" cy="1091627"/>
          </a:xfrm>
        </p:spPr>
        <p:txBody>
          <a:bodyPr tIns="0" bIns="0"/>
          <a:lstStyle>
            <a:lvl1pPr algn="l">
              <a:lnSpc>
                <a:spcPct val="100000"/>
              </a:lnSpc>
              <a:defRPr sz="3600">
                <a:solidFill>
                  <a:schemeClr val="accent6"/>
                </a:solidFill>
              </a:defRPr>
            </a:lvl1pPr>
          </a:lstStyle>
          <a:p>
            <a:r>
              <a:rPr lang="en-US" dirty="0"/>
              <a:t>Click to add title</a:t>
            </a:r>
          </a:p>
        </p:txBody>
      </p:sp>
      <p:sp>
        <p:nvSpPr>
          <p:cNvPr id="5" name="Content Placeholder 2">
            <a:extLst>
              <a:ext uri="{FF2B5EF4-FFF2-40B4-BE49-F238E27FC236}">
                <a16:creationId xmlns:a16="http://schemas.microsoft.com/office/drawing/2014/main" id="{0AADE444-940A-5A34-8C49-4F15BC33EEC7}"/>
              </a:ext>
            </a:extLst>
          </p:cNvPr>
          <p:cNvSpPr>
            <a:spLocks noGrp="1"/>
          </p:cNvSpPr>
          <p:nvPr>
            <p:ph sz="half" idx="15" hasCustomPrompt="1"/>
          </p:nvPr>
        </p:nvSpPr>
        <p:spPr>
          <a:xfrm>
            <a:off x="914400" y="2303028"/>
            <a:ext cx="3283119" cy="4144192"/>
          </a:xfrm>
        </p:spPr>
        <p:txBody>
          <a:bodyPr lIns="91440" tIns="0" rIns="91440" bIns="0">
            <a:normAutofit/>
          </a:bodyPr>
          <a:lstStyle>
            <a:lvl1pPr marL="457200" indent="-457200">
              <a:spcBef>
                <a:spcPts val="1000"/>
              </a:spcBef>
              <a:buFont typeface="+mj-lt"/>
              <a:buAutoNum type="arabicPeriod"/>
              <a:defRPr sz="1800"/>
            </a:lvl1pPr>
            <a:lvl2pPr marL="745236" indent="-342900">
              <a:spcBef>
                <a:spcPts val="1000"/>
              </a:spcBef>
              <a:buFont typeface="+mj-lt"/>
              <a:buAutoNum type="alphaLcPeriod"/>
              <a:defRPr sz="1800"/>
            </a:lvl2pPr>
            <a:lvl3pPr marL="1202436" indent="-342900">
              <a:spcBef>
                <a:spcPts val="1000"/>
              </a:spcBef>
              <a:buFont typeface="+mj-lt"/>
              <a:buAutoNum type="arabicParenR"/>
              <a:defRPr sz="1800"/>
            </a:lvl3pPr>
            <a:lvl4pPr marL="1659636" indent="-342900">
              <a:spcBef>
                <a:spcPts val="1000"/>
              </a:spcBef>
              <a:buFont typeface="+mj-lt"/>
              <a:buAutoNum type="alphaLcParenR"/>
              <a:defRPr sz="1800"/>
            </a:lvl4pPr>
            <a:lvl5pPr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p:txBody>
      </p:sp>
      <p:sp>
        <p:nvSpPr>
          <p:cNvPr id="3" name="Content Placeholder 2">
            <a:extLst>
              <a:ext uri="{FF2B5EF4-FFF2-40B4-BE49-F238E27FC236}">
                <a16:creationId xmlns:a16="http://schemas.microsoft.com/office/drawing/2014/main" id="{97A79FCB-9A9F-6B60-A95C-FCF020598DE3}"/>
              </a:ext>
            </a:extLst>
          </p:cNvPr>
          <p:cNvSpPr>
            <a:spLocks noGrp="1"/>
          </p:cNvSpPr>
          <p:nvPr>
            <p:ph sz="half" idx="1" hasCustomPrompt="1"/>
          </p:nvPr>
        </p:nvSpPr>
        <p:spPr>
          <a:xfrm>
            <a:off x="4782159" y="2303028"/>
            <a:ext cx="3763950" cy="4144192"/>
          </a:xfrm>
        </p:spPr>
        <p:txBody>
          <a:bodyPr lIns="91440" tIns="0" rIns="91440" bIns="0">
            <a:normAutofit/>
          </a:bodyPr>
          <a:lstStyle>
            <a:lvl1pPr marL="0" indent="0">
              <a:spcBef>
                <a:spcPts val="1000"/>
              </a:spcBef>
              <a:buNone/>
              <a:defRPr sz="1800"/>
            </a:lvl1pPr>
            <a:lvl2pPr indent="-283464">
              <a:spcBef>
                <a:spcPts val="1000"/>
              </a:spcBef>
              <a:defRPr sz="1800"/>
            </a:lvl2pPr>
            <a:lvl3pPr indent="-283464">
              <a:spcBef>
                <a:spcPts val="1000"/>
              </a:spcBef>
              <a:defRPr sz="1800"/>
            </a:lvl3pPr>
            <a:lvl4pPr indent="-283464">
              <a:spcBef>
                <a:spcPts val="1000"/>
              </a:spcBef>
              <a:defRPr sz="1800"/>
            </a:lvl4pPr>
            <a:lvl5pPr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1" name="Picture Placeholder 30">
            <a:extLst>
              <a:ext uri="{FF2B5EF4-FFF2-40B4-BE49-F238E27FC236}">
                <a16:creationId xmlns:a16="http://schemas.microsoft.com/office/drawing/2014/main" id="{2912B88E-830A-AD4C-378F-46EF5F77950C}"/>
              </a:ext>
            </a:extLst>
          </p:cNvPr>
          <p:cNvSpPr>
            <a:spLocks noGrp="1"/>
          </p:cNvSpPr>
          <p:nvPr>
            <p:ph type="pic" sz="quarter" idx="14" hasCustomPrompt="1"/>
          </p:nvPr>
        </p:nvSpPr>
        <p:spPr>
          <a:xfrm>
            <a:off x="8989454" y="965393"/>
            <a:ext cx="3202545" cy="5892607"/>
          </a:xfrm>
          <a:custGeom>
            <a:avLst/>
            <a:gdLst>
              <a:gd name="connsiteX0" fmla="*/ 0 w 3202545"/>
              <a:gd name="connsiteY0" fmla="*/ 0 h 6023366"/>
              <a:gd name="connsiteX1" fmla="*/ 3202545 w 3202545"/>
              <a:gd name="connsiteY1" fmla="*/ 0 h 6023366"/>
              <a:gd name="connsiteX2" fmla="*/ 3202545 w 3202545"/>
              <a:gd name="connsiteY2" fmla="*/ 3165406 h 6023366"/>
              <a:gd name="connsiteX3" fmla="*/ 2923656 w 3202545"/>
              <a:gd name="connsiteY3" fmla="*/ 3179481 h 6023366"/>
              <a:gd name="connsiteX4" fmla="*/ 364096 w 3202545"/>
              <a:gd name="connsiteY4" fmla="*/ 6016124 h 6023366"/>
              <a:gd name="connsiteX5" fmla="*/ 364096 w 3202545"/>
              <a:gd name="connsiteY5" fmla="*/ 6023364 h 6023366"/>
              <a:gd name="connsiteX6" fmla="*/ 1231541 w 3202545"/>
              <a:gd name="connsiteY6" fmla="*/ 6023364 h 6023366"/>
              <a:gd name="connsiteX7" fmla="*/ 1241636 w 3202545"/>
              <a:gd name="connsiteY7" fmla="*/ 5822974 h 6023366"/>
              <a:gd name="connsiteX8" fmla="*/ 3012253 w 3202545"/>
              <a:gd name="connsiteY8" fmla="*/ 4042481 h 6023366"/>
              <a:gd name="connsiteX9" fmla="*/ 3202545 w 3202545"/>
              <a:gd name="connsiteY9" fmla="*/ 4032784 h 6023366"/>
              <a:gd name="connsiteX10" fmla="*/ 3202545 w 3202545"/>
              <a:gd name="connsiteY10" fmla="*/ 4033098 h 6023366"/>
              <a:gd name="connsiteX11" fmla="*/ 3012291 w 3202545"/>
              <a:gd name="connsiteY11" fmla="*/ 4042794 h 6023366"/>
              <a:gd name="connsiteX12" fmla="*/ 1242011 w 3202545"/>
              <a:gd name="connsiteY12" fmla="*/ 5823008 h 6023366"/>
              <a:gd name="connsiteX13" fmla="*/ 1231918 w 3202545"/>
              <a:gd name="connsiteY13" fmla="*/ 6023365 h 6023366"/>
              <a:gd name="connsiteX14" fmla="*/ 3202545 w 3202545"/>
              <a:gd name="connsiteY14" fmla="*/ 6023365 h 6023366"/>
              <a:gd name="connsiteX15" fmla="*/ 3202545 w 3202545"/>
              <a:gd name="connsiteY15" fmla="*/ 6023366 h 6023366"/>
              <a:gd name="connsiteX16" fmla="*/ 0 w 3202545"/>
              <a:gd name="connsiteY16" fmla="*/ 6023366 h 60233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202545" h="6023366">
                <a:moveTo>
                  <a:pt x="0" y="0"/>
                </a:moveTo>
                <a:lnTo>
                  <a:pt x="3202545" y="0"/>
                </a:lnTo>
                <a:lnTo>
                  <a:pt x="3202545" y="3165406"/>
                </a:lnTo>
                <a:lnTo>
                  <a:pt x="2923656" y="3179481"/>
                </a:lnTo>
                <a:cubicBezTo>
                  <a:pt x="1485615" y="3325450"/>
                  <a:pt x="364096" y="4539349"/>
                  <a:pt x="364096" y="6016124"/>
                </a:cubicBezTo>
                <a:lnTo>
                  <a:pt x="364096" y="6023364"/>
                </a:lnTo>
                <a:lnTo>
                  <a:pt x="1231541" y="6023364"/>
                </a:lnTo>
                <a:lnTo>
                  <a:pt x="1241636" y="5822974"/>
                </a:lnTo>
                <a:cubicBezTo>
                  <a:pt x="1336361" y="4887576"/>
                  <a:pt x="2077946" y="4138236"/>
                  <a:pt x="3012253" y="4042481"/>
                </a:cubicBezTo>
                <a:lnTo>
                  <a:pt x="3202545" y="4032784"/>
                </a:lnTo>
                <a:lnTo>
                  <a:pt x="3202545" y="4033098"/>
                </a:lnTo>
                <a:lnTo>
                  <a:pt x="3012291" y="4042794"/>
                </a:lnTo>
                <a:cubicBezTo>
                  <a:pt x="2078162" y="4138534"/>
                  <a:pt x="1336718" y="4887757"/>
                  <a:pt x="1242011" y="5823008"/>
                </a:cubicBezTo>
                <a:lnTo>
                  <a:pt x="1231918" y="6023365"/>
                </a:lnTo>
                <a:lnTo>
                  <a:pt x="3202545" y="6023365"/>
                </a:lnTo>
                <a:lnTo>
                  <a:pt x="3202545" y="6023366"/>
                </a:lnTo>
                <a:lnTo>
                  <a:pt x="0" y="6023366"/>
                </a:lnTo>
                <a:close/>
              </a:path>
            </a:pathLst>
          </a:custGeom>
          <a:solidFill>
            <a:schemeClr val="accent4"/>
          </a:solidFill>
        </p:spPr>
        <p:txBody>
          <a:bodyPr wrap="square">
            <a:noAutofit/>
          </a:bodyPr>
          <a:lstStyle>
            <a:lvl1pPr marL="0" indent="0">
              <a:buNone/>
              <a:defRPr sz="1800"/>
            </a:lvl1pPr>
          </a:lstStyle>
          <a:p>
            <a:pPr lvl="0"/>
            <a:r>
              <a:rPr lang="en-US" dirty="0"/>
              <a:t>Click to add picture</a:t>
            </a:r>
          </a:p>
        </p:txBody>
      </p:sp>
      <p:grpSp>
        <p:nvGrpSpPr>
          <p:cNvPr id="32" name="Group 31">
            <a:extLst>
              <a:ext uri="{FF2B5EF4-FFF2-40B4-BE49-F238E27FC236}">
                <a16:creationId xmlns:a16="http://schemas.microsoft.com/office/drawing/2014/main" id="{B9152F76-E42E-3D76-6BDB-2FA0D69216AD}"/>
              </a:ext>
              <a:ext uri="{C183D7F6-B498-43B3-948B-1728B52AA6E4}">
                <adec:decorative xmlns:adec="http://schemas.microsoft.com/office/drawing/2017/decorative" val="1"/>
              </a:ext>
            </a:extLst>
          </p:cNvPr>
          <p:cNvGrpSpPr/>
          <p:nvPr userDrawn="1"/>
        </p:nvGrpSpPr>
        <p:grpSpPr>
          <a:xfrm>
            <a:off x="9353550" y="4000041"/>
            <a:ext cx="2838450" cy="2857959"/>
            <a:chOff x="12797096" y="4000041"/>
            <a:chExt cx="2838450" cy="2857959"/>
          </a:xfrm>
        </p:grpSpPr>
        <p:sp>
          <p:nvSpPr>
            <p:cNvPr id="20" name="Freeform: Shape 28">
              <a:extLst>
                <a:ext uri="{FF2B5EF4-FFF2-40B4-BE49-F238E27FC236}">
                  <a16:creationId xmlns:a16="http://schemas.microsoft.com/office/drawing/2014/main" id="{ED0348C7-D83F-0AD7-2539-41219A795693}"/>
                </a:ext>
                <a:ext uri="{C183D7F6-B498-43B3-948B-1728B52AA6E4}">
                  <adec:decorative xmlns:adec="http://schemas.microsoft.com/office/drawing/2017/decorative" val="1"/>
                </a:ext>
              </a:extLst>
            </p:cNvPr>
            <p:cNvSpPr/>
            <p:nvPr userDrawn="1"/>
          </p:nvSpPr>
          <p:spPr>
            <a:xfrm rot="10800000">
              <a:off x="12797096" y="4000041"/>
              <a:ext cx="2838450" cy="2857958"/>
            </a:xfrm>
            <a:custGeom>
              <a:avLst/>
              <a:gdLst>
                <a:gd name="connsiteX0" fmla="*/ 1971005 w 2838450"/>
                <a:gd name="connsiteY0" fmla="*/ 0 h 2857958"/>
                <a:gd name="connsiteX1" fmla="*/ 2838450 w 2838450"/>
                <a:gd name="connsiteY1" fmla="*/ 0 h 2857958"/>
                <a:gd name="connsiteX2" fmla="*/ 2838450 w 2838450"/>
                <a:gd name="connsiteY2" fmla="*/ 7240 h 2857958"/>
                <a:gd name="connsiteX3" fmla="*/ 278890 w 2838450"/>
                <a:gd name="connsiteY3" fmla="*/ 2843883 h 2857958"/>
                <a:gd name="connsiteX4" fmla="*/ 0 w 2838450"/>
                <a:gd name="connsiteY4" fmla="*/ 2857958 h 2857958"/>
                <a:gd name="connsiteX5" fmla="*/ 0 w 2838450"/>
                <a:gd name="connsiteY5" fmla="*/ 1990580 h 2857958"/>
                <a:gd name="connsiteX6" fmla="*/ 190293 w 2838450"/>
                <a:gd name="connsiteY6" fmla="*/ 1980883 h 2857958"/>
                <a:gd name="connsiteX7" fmla="*/ 1960910 w 2838450"/>
                <a:gd name="connsiteY7" fmla="*/ 200390 h 2857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38450" h="2857958">
                  <a:moveTo>
                    <a:pt x="1971005" y="0"/>
                  </a:moveTo>
                  <a:lnTo>
                    <a:pt x="2838450" y="0"/>
                  </a:lnTo>
                  <a:lnTo>
                    <a:pt x="2838450" y="7240"/>
                  </a:lnTo>
                  <a:cubicBezTo>
                    <a:pt x="2838450" y="1484015"/>
                    <a:pt x="1716931" y="2697914"/>
                    <a:pt x="278890" y="2843883"/>
                  </a:cubicBezTo>
                  <a:lnTo>
                    <a:pt x="0" y="2857958"/>
                  </a:lnTo>
                  <a:lnTo>
                    <a:pt x="0" y="1990580"/>
                  </a:lnTo>
                  <a:lnTo>
                    <a:pt x="190293" y="1980883"/>
                  </a:lnTo>
                  <a:cubicBezTo>
                    <a:pt x="1124600" y="1885128"/>
                    <a:pt x="1866185" y="1135788"/>
                    <a:pt x="1960910" y="200390"/>
                  </a:cubicBez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21" name="Freeform: Shape 25">
              <a:extLst>
                <a:ext uri="{FF2B5EF4-FFF2-40B4-BE49-F238E27FC236}">
                  <a16:creationId xmlns:a16="http://schemas.microsoft.com/office/drawing/2014/main" id="{E911AA2D-BE77-278D-CD2E-2EB3E180F3B8}"/>
                </a:ext>
                <a:ext uri="{C183D7F6-B498-43B3-948B-1728B52AA6E4}">
                  <adec:decorative xmlns:adec="http://schemas.microsoft.com/office/drawing/2017/decorative" val="1"/>
                </a:ext>
              </a:extLst>
            </p:cNvPr>
            <p:cNvSpPr/>
            <p:nvPr userDrawn="1"/>
          </p:nvSpPr>
          <p:spPr>
            <a:xfrm rot="10800000">
              <a:off x="13664918" y="4867733"/>
              <a:ext cx="1970627" cy="1990267"/>
            </a:xfrm>
            <a:custGeom>
              <a:avLst/>
              <a:gdLst>
                <a:gd name="connsiteX0" fmla="*/ 0 w 1970627"/>
                <a:gd name="connsiteY0" fmla="*/ 0 h 1990267"/>
                <a:gd name="connsiteX1" fmla="*/ 1970627 w 1970627"/>
                <a:gd name="connsiteY1" fmla="*/ 0 h 1990267"/>
                <a:gd name="connsiteX2" fmla="*/ 1960534 w 1970627"/>
                <a:gd name="connsiteY2" fmla="*/ 200357 h 1990267"/>
                <a:gd name="connsiteX3" fmla="*/ 190254 w 1970627"/>
                <a:gd name="connsiteY3" fmla="*/ 1980571 h 1990267"/>
                <a:gd name="connsiteX4" fmla="*/ 0 w 1970627"/>
                <a:gd name="connsiteY4" fmla="*/ 1990267 h 19902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70627" h="1990267">
                  <a:moveTo>
                    <a:pt x="0" y="0"/>
                  </a:moveTo>
                  <a:lnTo>
                    <a:pt x="1970627" y="0"/>
                  </a:lnTo>
                  <a:lnTo>
                    <a:pt x="1960534" y="200357"/>
                  </a:lnTo>
                  <a:cubicBezTo>
                    <a:pt x="1865827" y="1135608"/>
                    <a:pt x="1124383" y="1884831"/>
                    <a:pt x="190254" y="1980571"/>
                  </a:cubicBezTo>
                  <a:lnTo>
                    <a:pt x="0" y="1990267"/>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2" name="Freeform: Shape 15">
              <a:extLst>
                <a:ext uri="{FF2B5EF4-FFF2-40B4-BE49-F238E27FC236}">
                  <a16:creationId xmlns:a16="http://schemas.microsoft.com/office/drawing/2014/main" id="{B6CE0BA6-C0FD-AC39-6C31-8477E0CAFDB0}"/>
                </a:ext>
                <a:ext uri="{C183D7F6-B498-43B3-948B-1728B52AA6E4}">
                  <adec:decorative xmlns:adec="http://schemas.microsoft.com/office/drawing/2017/decorative" val="1"/>
                </a:ext>
              </a:extLst>
            </p:cNvPr>
            <p:cNvSpPr/>
            <p:nvPr userDrawn="1"/>
          </p:nvSpPr>
          <p:spPr>
            <a:xfrm rot="10800000">
              <a:off x="14632096" y="5844983"/>
              <a:ext cx="1003449" cy="1013015"/>
            </a:xfrm>
            <a:custGeom>
              <a:avLst/>
              <a:gdLst>
                <a:gd name="connsiteX0" fmla="*/ 0 w 1003449"/>
                <a:gd name="connsiteY0" fmla="*/ 0 h 1013015"/>
                <a:gd name="connsiteX1" fmla="*/ 1003449 w 1003449"/>
                <a:gd name="connsiteY1" fmla="*/ 0 h 1013015"/>
                <a:gd name="connsiteX2" fmla="*/ 998306 w 1003449"/>
                <a:gd name="connsiteY2" fmla="*/ 100639 h 1013015"/>
                <a:gd name="connsiteX3" fmla="*/ 90663 w 1003449"/>
                <a:gd name="connsiteY3" fmla="*/ 1008380 h 1013015"/>
                <a:gd name="connsiteX4" fmla="*/ 0 w 1003449"/>
                <a:gd name="connsiteY4" fmla="*/ 1013015 h 1013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449" h="1013015">
                  <a:moveTo>
                    <a:pt x="0" y="0"/>
                  </a:moveTo>
                  <a:lnTo>
                    <a:pt x="1003449" y="0"/>
                  </a:lnTo>
                  <a:lnTo>
                    <a:pt x="998306" y="100639"/>
                  </a:lnTo>
                  <a:cubicBezTo>
                    <a:pt x="949402" y="576784"/>
                    <a:pt x="566756" y="959471"/>
                    <a:pt x="90663" y="1008380"/>
                  </a:cubicBezTo>
                  <a:lnTo>
                    <a:pt x="0" y="1013015"/>
                  </a:lnTo>
                  <a:close/>
                </a:path>
              </a:pathLst>
            </a:custGeom>
            <a:solidFill>
              <a:schemeClr val="bg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3" name="Image 2">
              <a:extLst>
                <a:ext uri="{FF2B5EF4-FFF2-40B4-BE49-F238E27FC236}">
                  <a16:creationId xmlns:a16="http://schemas.microsoft.com/office/drawing/2014/main" id="{666AD1A4-36DE-12F3-BB78-BA678A59572C}"/>
                </a:ext>
                <a:ext uri="{C183D7F6-B498-43B3-948B-1728B52AA6E4}">
                  <adec:decorative xmlns:adec="http://schemas.microsoft.com/office/drawing/2017/decorative" val="1"/>
                </a:ext>
              </a:extLst>
            </p:cNvPr>
            <p:cNvSpPr/>
            <p:nvPr userDrawn="1"/>
          </p:nvSpPr>
          <p:spPr>
            <a:xfrm rot="10800000">
              <a:off x="13402193" y="5492845"/>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grpSp>
      <p:sp>
        <p:nvSpPr>
          <p:cNvPr id="44" name="Slide Number Placeholder 2">
            <a:extLst>
              <a:ext uri="{FF2B5EF4-FFF2-40B4-BE49-F238E27FC236}">
                <a16:creationId xmlns:a16="http://schemas.microsoft.com/office/drawing/2014/main" id="{79071EEC-EAD1-8B22-009A-68E74589AA8D}"/>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31836204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ummary 2">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28259CF0-6BC5-3693-6F49-C4489C07C317}"/>
              </a:ext>
              <a:ext uri="{C183D7F6-B498-43B3-948B-1728B52AA6E4}">
                <adec:decorative xmlns:adec="http://schemas.microsoft.com/office/drawing/2017/decorative" val="1"/>
              </a:ext>
            </a:extLst>
          </p:cNvPr>
          <p:cNvSpPr/>
          <p:nvPr/>
        </p:nvSpPr>
        <p:spPr>
          <a:xfrm>
            <a:off x="8989454" y="-2546"/>
            <a:ext cx="3202546" cy="3441072"/>
          </a:xfrm>
          <a:custGeom>
            <a:avLst/>
            <a:gdLst>
              <a:gd name="connsiteX0" fmla="*/ 3202546 w 3202546"/>
              <a:gd name="connsiteY0" fmla="*/ 0 h 3441072"/>
              <a:gd name="connsiteX1" fmla="*/ 3202546 w 3202546"/>
              <a:gd name="connsiteY1" fmla="*/ 3441072 h 3441072"/>
              <a:gd name="connsiteX2" fmla="*/ 0 w 3202546"/>
              <a:gd name="connsiteY2" fmla="*/ 3441072 h 3441072"/>
              <a:gd name="connsiteX3" fmla="*/ 3082686 w 3202546"/>
              <a:gd name="connsiteY3" fmla="*/ 6086 h 3441072"/>
            </a:gdLst>
            <a:ahLst/>
            <a:cxnLst>
              <a:cxn ang="0">
                <a:pos x="connsiteX0" y="connsiteY0"/>
              </a:cxn>
              <a:cxn ang="0">
                <a:pos x="connsiteX1" y="connsiteY1"/>
              </a:cxn>
              <a:cxn ang="0">
                <a:pos x="connsiteX2" y="connsiteY2"/>
              </a:cxn>
              <a:cxn ang="0">
                <a:pos x="connsiteX3" y="connsiteY3"/>
              </a:cxn>
            </a:cxnLst>
            <a:rect l="l" t="t" r="r" b="b"/>
            <a:pathLst>
              <a:path w="3202546" h="3441072">
                <a:moveTo>
                  <a:pt x="3202546" y="0"/>
                </a:moveTo>
                <a:lnTo>
                  <a:pt x="3202546" y="3441072"/>
                </a:lnTo>
                <a:lnTo>
                  <a:pt x="0" y="3441072"/>
                </a:lnTo>
                <a:cubicBezTo>
                  <a:pt x="0" y="1653352"/>
                  <a:pt x="1351216" y="182908"/>
                  <a:pt x="3082686" y="6086"/>
                </a:cubicBezTo>
                <a:close/>
              </a:path>
            </a:pathLst>
          </a:custGeom>
          <a:solidFill>
            <a:schemeClr val="accent1"/>
          </a:solidFill>
          <a:ln w="4756" cap="flat">
            <a:noFill/>
            <a:prstDash val="solid"/>
            <a:miter/>
          </a:ln>
        </p:spPr>
        <p:txBody>
          <a:bodyPr wrap="square" rtlCol="0" anchor="ctr">
            <a:noAutofit/>
          </a:bodyPr>
          <a:lstStyle/>
          <a:p>
            <a:endParaRPr lang="en-US" dirty="0"/>
          </a:p>
        </p:txBody>
      </p:sp>
      <p:sp>
        <p:nvSpPr>
          <p:cNvPr id="26" name="Image 4">
            <a:extLst>
              <a:ext uri="{FF2B5EF4-FFF2-40B4-BE49-F238E27FC236}">
                <a16:creationId xmlns:a16="http://schemas.microsoft.com/office/drawing/2014/main" id="{9019DA73-2516-F3D2-ECDB-620C90483DB3}"/>
              </a:ext>
              <a:ext uri="{C183D7F6-B498-43B3-948B-1728B52AA6E4}">
                <adec:decorative xmlns:adec="http://schemas.microsoft.com/office/drawing/2017/decorative" val="1"/>
              </a:ext>
            </a:extLst>
          </p:cNvPr>
          <p:cNvSpPr/>
          <p:nvPr/>
        </p:nvSpPr>
        <p:spPr>
          <a:xfrm flipV="1">
            <a:off x="9991725" y="1247775"/>
            <a:ext cx="2200275" cy="2181225"/>
          </a:xfrm>
          <a:custGeom>
            <a:avLst/>
            <a:gdLst>
              <a:gd name="connsiteX0" fmla="*/ 0 w 2200275"/>
              <a:gd name="connsiteY0" fmla="*/ 0 h 2181225"/>
              <a:gd name="connsiteX1" fmla="*/ 2200275 w 2200275"/>
              <a:gd name="connsiteY1" fmla="*/ 2181225 h 2181225"/>
              <a:gd name="connsiteX2" fmla="*/ 2200275 w 2200275"/>
              <a:gd name="connsiteY2" fmla="*/ 0 h 2181225"/>
              <a:gd name="connsiteX3" fmla="*/ 0 w 2200275"/>
              <a:gd name="connsiteY3" fmla="*/ 0 h 2181225"/>
            </a:gdLst>
            <a:ahLst/>
            <a:cxnLst>
              <a:cxn ang="0">
                <a:pos x="connsiteX0" y="connsiteY0"/>
              </a:cxn>
              <a:cxn ang="0">
                <a:pos x="connsiteX1" y="connsiteY1"/>
              </a:cxn>
              <a:cxn ang="0">
                <a:pos x="connsiteX2" y="connsiteY2"/>
              </a:cxn>
              <a:cxn ang="0">
                <a:pos x="connsiteX3" y="connsiteY3"/>
              </a:cxn>
            </a:cxnLst>
            <a:rect l="l" t="t" r="r" b="b"/>
            <a:pathLst>
              <a:path w="2200275" h="2181225">
                <a:moveTo>
                  <a:pt x="0" y="0"/>
                </a:moveTo>
                <a:cubicBezTo>
                  <a:pt x="0" y="1204689"/>
                  <a:pt x="985061" y="2181225"/>
                  <a:pt x="2200275" y="2181225"/>
                </a:cubicBezTo>
                <a:lnTo>
                  <a:pt x="2200275" y="0"/>
                </a:lnTo>
                <a:lnTo>
                  <a:pt x="0" y="0"/>
                </a:lnTo>
                <a:close/>
              </a:path>
            </a:pathLst>
          </a:custGeom>
          <a:solidFill>
            <a:schemeClr val="accent4"/>
          </a:solidFill>
          <a:ln w="4763" cap="flat">
            <a:noFill/>
            <a:prstDash val="solid"/>
            <a:miter/>
          </a:ln>
        </p:spPr>
        <p:txBody>
          <a:bodyPr rtlCol="0" anchor="ctr"/>
          <a:lstStyle/>
          <a:p>
            <a:endParaRPr lang="en-US" dirty="0"/>
          </a:p>
        </p:txBody>
      </p:sp>
      <p:sp>
        <p:nvSpPr>
          <p:cNvPr id="14" name="Freeform 13">
            <a:extLst>
              <a:ext uri="{FF2B5EF4-FFF2-40B4-BE49-F238E27FC236}">
                <a16:creationId xmlns:a16="http://schemas.microsoft.com/office/drawing/2014/main" id="{5665DA82-D253-8EC5-5DFB-F0266ED9FBB4}"/>
              </a:ext>
              <a:ext uri="{C183D7F6-B498-43B3-948B-1728B52AA6E4}">
                <adec:decorative xmlns:adec="http://schemas.microsoft.com/office/drawing/2017/decorative" val="1"/>
              </a:ext>
            </a:extLst>
          </p:cNvPr>
          <p:cNvSpPr/>
          <p:nvPr/>
        </p:nvSpPr>
        <p:spPr>
          <a:xfrm flipV="1">
            <a:off x="-20086" y="5331514"/>
            <a:ext cx="2148416" cy="1526486"/>
          </a:xfrm>
          <a:custGeom>
            <a:avLst/>
            <a:gdLst>
              <a:gd name="connsiteX0" fmla="*/ 0 w 2148416"/>
              <a:gd name="connsiteY0" fmla="*/ 1526486 h 1526486"/>
              <a:gd name="connsiteX1" fmla="*/ 2098930 w 2148416"/>
              <a:gd name="connsiteY1" fmla="*/ 135201 h 1526486"/>
              <a:gd name="connsiteX2" fmla="*/ 2148416 w 2148416"/>
              <a:gd name="connsiteY2" fmla="*/ 0 h 1526486"/>
              <a:gd name="connsiteX3" fmla="*/ 0 w 2148416"/>
              <a:gd name="connsiteY3" fmla="*/ 0 h 1526486"/>
            </a:gdLst>
            <a:ahLst/>
            <a:cxnLst>
              <a:cxn ang="0">
                <a:pos x="connsiteX0" y="connsiteY0"/>
              </a:cxn>
              <a:cxn ang="0">
                <a:pos x="connsiteX1" y="connsiteY1"/>
              </a:cxn>
              <a:cxn ang="0">
                <a:pos x="connsiteX2" y="connsiteY2"/>
              </a:cxn>
              <a:cxn ang="0">
                <a:pos x="connsiteX3" y="connsiteY3"/>
              </a:cxn>
            </a:cxnLst>
            <a:rect l="l" t="t" r="r" b="b"/>
            <a:pathLst>
              <a:path w="2148416" h="1526486">
                <a:moveTo>
                  <a:pt x="0" y="1526486"/>
                </a:moveTo>
                <a:cubicBezTo>
                  <a:pt x="943526" y="1526486"/>
                  <a:pt x="1753109" y="952785"/>
                  <a:pt x="2098930" y="135201"/>
                </a:cubicBezTo>
                <a:lnTo>
                  <a:pt x="2148416" y="0"/>
                </a:lnTo>
                <a:lnTo>
                  <a:pt x="0" y="0"/>
                </a:lnTo>
                <a:close/>
              </a:path>
            </a:pathLst>
          </a:custGeom>
          <a:solidFill>
            <a:schemeClr val="accent4">
              <a:alpha val="50000"/>
            </a:schemeClr>
          </a:solidFill>
          <a:ln w="5083" cap="flat">
            <a:noFill/>
            <a:prstDash val="solid"/>
            <a:miter/>
          </a:ln>
        </p:spPr>
        <p:txBody>
          <a:bodyPr wrap="square" rtlCol="0" anchor="ctr">
            <a:noAutofit/>
          </a:bodyPr>
          <a:lstStyle/>
          <a:p>
            <a:endParaRPr lang="en-US" dirty="0"/>
          </a:p>
        </p:txBody>
      </p:sp>
      <p:pic>
        <p:nvPicPr>
          <p:cNvPr id="21" name="Image 2">
            <a:extLst>
              <a:ext uri="{FF2B5EF4-FFF2-40B4-BE49-F238E27FC236}">
                <a16:creationId xmlns:a16="http://schemas.microsoft.com/office/drawing/2014/main" id="{A8B7F1F1-806C-8D65-7340-220A0C4653C8}"/>
              </a:ext>
              <a:ext uri="{C183D7F6-B498-43B3-948B-1728B52AA6E4}">
                <adec:decorative xmlns:adec="http://schemas.microsoft.com/office/drawing/2017/decorative" val="1"/>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p:blipFill>
        <p:spPr>
          <a:xfrm rot="5400000">
            <a:off x="9991886" y="1247775"/>
            <a:ext cx="2200114" cy="2200114"/>
          </a:xfrm>
          <a:prstGeom prst="rect">
            <a:avLst/>
          </a:prstGeom>
        </p:spPr>
      </p:pic>
      <p:sp>
        <p:nvSpPr>
          <p:cNvPr id="12" name="Freeform 11">
            <a:extLst>
              <a:ext uri="{FF2B5EF4-FFF2-40B4-BE49-F238E27FC236}">
                <a16:creationId xmlns:a16="http://schemas.microsoft.com/office/drawing/2014/main" id="{E76518D4-6149-BA03-3BE5-6A13A792C115}"/>
              </a:ext>
              <a:ext uri="{C183D7F6-B498-43B3-948B-1728B52AA6E4}">
                <adec:decorative xmlns:adec="http://schemas.microsoft.com/office/drawing/2017/decorative" val="1"/>
              </a:ext>
            </a:extLst>
          </p:cNvPr>
          <p:cNvSpPr/>
          <p:nvPr/>
        </p:nvSpPr>
        <p:spPr>
          <a:xfrm>
            <a:off x="1540428" y="6470488"/>
            <a:ext cx="775021" cy="387513"/>
          </a:xfrm>
          <a:custGeom>
            <a:avLst/>
            <a:gdLst>
              <a:gd name="connsiteX0" fmla="*/ 387511 w 775021"/>
              <a:gd name="connsiteY0" fmla="*/ 0 h 387513"/>
              <a:gd name="connsiteX1" fmla="*/ 775021 w 775021"/>
              <a:gd name="connsiteY1" fmla="*/ 387511 h 387513"/>
              <a:gd name="connsiteX2" fmla="*/ 775021 w 775021"/>
              <a:gd name="connsiteY2" fmla="*/ 387513 h 387513"/>
              <a:gd name="connsiteX3" fmla="*/ 1 w 775021"/>
              <a:gd name="connsiteY3" fmla="*/ 387513 h 387513"/>
              <a:gd name="connsiteX4" fmla="*/ 0 w 775021"/>
              <a:gd name="connsiteY4" fmla="*/ 387511 h 387513"/>
              <a:gd name="connsiteX5" fmla="*/ 387511 w 775021"/>
              <a:gd name="connsiteY5" fmla="*/ 0 h 3875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5021" h="387513">
                <a:moveTo>
                  <a:pt x="387511" y="0"/>
                </a:moveTo>
                <a:cubicBezTo>
                  <a:pt x="601527" y="0"/>
                  <a:pt x="775021" y="173494"/>
                  <a:pt x="775021" y="387511"/>
                </a:cubicBezTo>
                <a:lnTo>
                  <a:pt x="775021" y="387513"/>
                </a:lnTo>
                <a:lnTo>
                  <a:pt x="1" y="387513"/>
                </a:lnTo>
                <a:lnTo>
                  <a:pt x="0" y="387511"/>
                </a:lnTo>
                <a:cubicBezTo>
                  <a:pt x="0" y="173494"/>
                  <a:pt x="173494" y="0"/>
                  <a:pt x="387511" y="0"/>
                </a:cubicBezTo>
                <a:close/>
              </a:path>
            </a:pathLst>
          </a:custGeom>
          <a:solidFill>
            <a:schemeClr val="accent6"/>
          </a:solidFill>
          <a:ln w="3801" cap="flat">
            <a:noFill/>
            <a:prstDash val="solid"/>
            <a:miter/>
          </a:ln>
        </p:spPr>
        <p:txBody>
          <a:bodyPr wrap="square" rtlCol="0" anchor="ctr">
            <a:noAutofit/>
          </a:bodyPr>
          <a:lstStyle/>
          <a:p>
            <a:endParaRPr lang="en-US" dirty="0"/>
          </a:p>
        </p:txBody>
      </p:sp>
      <p:sp>
        <p:nvSpPr>
          <p:cNvPr id="2" name="Title 1"/>
          <p:cNvSpPr>
            <a:spLocks noGrp="1"/>
          </p:cNvSpPr>
          <p:nvPr>
            <p:ph type="title"/>
          </p:nvPr>
        </p:nvSpPr>
        <p:spPr>
          <a:xfrm>
            <a:off x="914400" y="1057274"/>
            <a:ext cx="7843837" cy="1012782"/>
          </a:xfrm>
        </p:spPr>
        <p:txBody>
          <a:bodyPr tIns="0" bIns="0">
            <a:noAutofit/>
          </a:bodyPr>
          <a:lstStyle>
            <a:lvl1pPr algn="l">
              <a:lnSpc>
                <a:spcPct val="100000"/>
              </a:lnSpc>
              <a:defRPr sz="3600" b="1"/>
            </a:lvl1pPr>
          </a:lstStyle>
          <a:p>
            <a:r>
              <a:rPr lang="en-US"/>
              <a:t>Click to edit Master title style</a:t>
            </a:r>
            <a:endParaRPr lang="en-US" dirty="0"/>
          </a:p>
        </p:txBody>
      </p:sp>
      <p:sp>
        <p:nvSpPr>
          <p:cNvPr id="30" name="Content Placeholder 2">
            <a:extLst>
              <a:ext uri="{FF2B5EF4-FFF2-40B4-BE49-F238E27FC236}">
                <a16:creationId xmlns:a16="http://schemas.microsoft.com/office/drawing/2014/main" id="{58F56A7F-403C-059D-4B58-A8D59888A158}"/>
              </a:ext>
            </a:extLst>
          </p:cNvPr>
          <p:cNvSpPr>
            <a:spLocks noGrp="1"/>
          </p:cNvSpPr>
          <p:nvPr>
            <p:ph idx="13" hasCustomPrompt="1"/>
          </p:nvPr>
        </p:nvSpPr>
        <p:spPr>
          <a:xfrm>
            <a:off x="914400" y="2331791"/>
            <a:ext cx="6903076" cy="3721817"/>
          </a:xfrm>
        </p:spPr>
        <p:txBody>
          <a:bodyPr tIns="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
        <p:nvSpPr>
          <p:cNvPr id="10" name="Picture Placeholder 9">
            <a:extLst>
              <a:ext uri="{FF2B5EF4-FFF2-40B4-BE49-F238E27FC236}">
                <a16:creationId xmlns:a16="http://schemas.microsoft.com/office/drawing/2014/main" id="{0723BF40-731C-2A5B-FC2F-B59DEF431C66}"/>
              </a:ext>
            </a:extLst>
          </p:cNvPr>
          <p:cNvSpPr>
            <a:spLocks noGrp="1"/>
          </p:cNvSpPr>
          <p:nvPr>
            <p:ph type="pic" sz="quarter" idx="14"/>
          </p:nvPr>
        </p:nvSpPr>
        <p:spPr>
          <a:xfrm>
            <a:off x="8989454" y="3405189"/>
            <a:ext cx="3202546" cy="3452811"/>
          </a:xfrm>
          <a:solidFill>
            <a:schemeClr val="accent1"/>
          </a:solidFill>
        </p:spPr>
        <p:txBody>
          <a:bodyPr>
            <a:normAutofit/>
          </a:bodyPr>
          <a:lstStyle>
            <a:lvl1pPr marL="0" indent="0">
              <a:buNone/>
              <a:defRPr sz="1800"/>
            </a:lvl1pPr>
          </a:lstStyle>
          <a:p>
            <a:r>
              <a:rPr lang="en-US"/>
              <a:t>Click icon to add picture</a:t>
            </a:r>
            <a:endParaRPr lang="en-US" dirty="0"/>
          </a:p>
        </p:txBody>
      </p:sp>
      <p:sp>
        <p:nvSpPr>
          <p:cNvPr id="20" name="Slide Number Placeholder 2">
            <a:extLst>
              <a:ext uri="{FF2B5EF4-FFF2-40B4-BE49-F238E27FC236}">
                <a16:creationId xmlns:a16="http://schemas.microsoft.com/office/drawing/2014/main" id="{3ACD3A33-D8A4-7058-9798-30967E3EFD39}"/>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2071045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meline 3">
    <p:spTree>
      <p:nvGrpSpPr>
        <p:cNvPr id="1" name=""/>
        <p:cNvGrpSpPr/>
        <p:nvPr/>
      </p:nvGrpSpPr>
      <p:grpSpPr>
        <a:xfrm>
          <a:off x="0" y="0"/>
          <a:ext cx="0" cy="0"/>
          <a:chOff x="0" y="0"/>
          <a:chExt cx="0" cy="0"/>
        </a:xfrm>
      </p:grpSpPr>
      <p:sp>
        <p:nvSpPr>
          <p:cNvPr id="12" name="Freeform 11">
            <a:extLst>
              <a:ext uri="{FF2B5EF4-FFF2-40B4-BE49-F238E27FC236}">
                <a16:creationId xmlns:a16="http://schemas.microsoft.com/office/drawing/2014/main" id="{D014917C-8694-B4A4-A211-0F31F00E247E}"/>
              </a:ext>
              <a:ext uri="{C183D7F6-B498-43B3-948B-1728B52AA6E4}">
                <adec:decorative xmlns:adec="http://schemas.microsoft.com/office/drawing/2017/decorative" val="1"/>
              </a:ext>
            </a:extLst>
          </p:cNvPr>
          <p:cNvSpPr/>
          <p:nvPr userDrawn="1"/>
        </p:nvSpPr>
        <p:spPr>
          <a:xfrm>
            <a:off x="1" y="0"/>
            <a:ext cx="1550562" cy="2545382"/>
          </a:xfrm>
          <a:custGeom>
            <a:avLst/>
            <a:gdLst>
              <a:gd name="connsiteX0" fmla="*/ 683117 w 1550562"/>
              <a:gd name="connsiteY0" fmla="*/ 0 h 2545382"/>
              <a:gd name="connsiteX1" fmla="*/ 1550562 w 1550562"/>
              <a:gd name="connsiteY1" fmla="*/ 0 h 2545382"/>
              <a:gd name="connsiteX2" fmla="*/ 1550562 w 1550562"/>
              <a:gd name="connsiteY2" fmla="*/ 7240 h 2545382"/>
              <a:gd name="connsiteX3" fmla="*/ 221868 w 1550562"/>
              <a:gd name="connsiteY3" fmla="*/ 2418735 h 2545382"/>
              <a:gd name="connsiteX4" fmla="*/ 0 w 1550562"/>
              <a:gd name="connsiteY4" fmla="*/ 2545382 h 2545382"/>
              <a:gd name="connsiteX5" fmla="*/ 0 w 1550562"/>
              <a:gd name="connsiteY5" fmla="*/ 1500516 h 2545382"/>
              <a:gd name="connsiteX6" fmla="*/ 102557 w 1550562"/>
              <a:gd name="connsiteY6" fmla="*/ 1405503 h 2545382"/>
              <a:gd name="connsiteX7" fmla="*/ 673022 w 1550562"/>
              <a:gd name="connsiteY7" fmla="*/ 200390 h 25453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50562" h="2545382">
                <a:moveTo>
                  <a:pt x="683117" y="0"/>
                </a:moveTo>
                <a:lnTo>
                  <a:pt x="1550562" y="0"/>
                </a:lnTo>
                <a:lnTo>
                  <a:pt x="1550562" y="7240"/>
                </a:lnTo>
                <a:cubicBezTo>
                  <a:pt x="1550562" y="1022523"/>
                  <a:pt x="1020469" y="1913556"/>
                  <a:pt x="221868" y="2418735"/>
                </a:cubicBezTo>
                <a:lnTo>
                  <a:pt x="0" y="2545382"/>
                </a:lnTo>
                <a:lnTo>
                  <a:pt x="0" y="1500516"/>
                </a:lnTo>
                <a:lnTo>
                  <a:pt x="102557" y="1405503"/>
                </a:lnTo>
                <a:cubicBezTo>
                  <a:pt x="416582" y="1089274"/>
                  <a:pt x="625660" y="668089"/>
                  <a:pt x="673022" y="200390"/>
                </a:cubicBez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10" name="Freeform 9">
            <a:extLst>
              <a:ext uri="{FF2B5EF4-FFF2-40B4-BE49-F238E27FC236}">
                <a16:creationId xmlns:a16="http://schemas.microsoft.com/office/drawing/2014/main" id="{A7DB6972-BB75-254A-BA88-C0C3E6E93BDB}"/>
              </a:ext>
              <a:ext uri="{C183D7F6-B498-43B3-948B-1728B52AA6E4}">
                <adec:decorative xmlns:adec="http://schemas.microsoft.com/office/drawing/2017/decorative" val="1"/>
              </a:ext>
            </a:extLst>
          </p:cNvPr>
          <p:cNvSpPr/>
          <p:nvPr userDrawn="1"/>
        </p:nvSpPr>
        <p:spPr>
          <a:xfrm>
            <a:off x="1" y="-1"/>
            <a:ext cx="682740" cy="1500050"/>
          </a:xfrm>
          <a:custGeom>
            <a:avLst/>
            <a:gdLst>
              <a:gd name="connsiteX0" fmla="*/ 0 w 682740"/>
              <a:gd name="connsiteY0" fmla="*/ 0 h 1500050"/>
              <a:gd name="connsiteX1" fmla="*/ 682740 w 682740"/>
              <a:gd name="connsiteY1" fmla="*/ 0 h 1500050"/>
              <a:gd name="connsiteX2" fmla="*/ 672647 w 682740"/>
              <a:gd name="connsiteY2" fmla="*/ 200357 h 1500050"/>
              <a:gd name="connsiteX3" fmla="*/ 102290 w 682740"/>
              <a:gd name="connsiteY3" fmla="*/ 1405281 h 1500050"/>
              <a:gd name="connsiteX4" fmla="*/ 0 w 682740"/>
              <a:gd name="connsiteY4" fmla="*/ 1500050 h 1500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2740" h="1500050">
                <a:moveTo>
                  <a:pt x="0" y="0"/>
                </a:moveTo>
                <a:lnTo>
                  <a:pt x="682740" y="0"/>
                </a:lnTo>
                <a:lnTo>
                  <a:pt x="672647" y="200357"/>
                </a:lnTo>
                <a:cubicBezTo>
                  <a:pt x="625294" y="667983"/>
                  <a:pt x="416256" y="1089101"/>
                  <a:pt x="102290" y="1405281"/>
                </a:cubicBezTo>
                <a:lnTo>
                  <a:pt x="0" y="1500050"/>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30" name="Image 2">
            <a:extLst>
              <a:ext uri="{FF2B5EF4-FFF2-40B4-BE49-F238E27FC236}">
                <a16:creationId xmlns:a16="http://schemas.microsoft.com/office/drawing/2014/main" id="{790E862E-398F-571C-EC2C-3D17164DE059}"/>
              </a:ext>
              <a:ext uri="{C183D7F6-B498-43B3-948B-1728B52AA6E4}">
                <adec:decorative xmlns:adec="http://schemas.microsoft.com/office/drawing/2017/decorative" val="1"/>
              </a:ext>
            </a:extLst>
          </p:cNvPr>
          <p:cNvSpPr/>
          <p:nvPr/>
        </p:nvSpPr>
        <p:spPr>
          <a:xfrm>
            <a:off x="170445" y="314191"/>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sp>
        <p:nvSpPr>
          <p:cNvPr id="6" name="Title 1">
            <a:extLst>
              <a:ext uri="{FF2B5EF4-FFF2-40B4-BE49-F238E27FC236}">
                <a16:creationId xmlns:a16="http://schemas.microsoft.com/office/drawing/2014/main" id="{1C975BF2-D657-C309-269D-B8D006263130}"/>
              </a:ext>
            </a:extLst>
          </p:cNvPr>
          <p:cNvSpPr>
            <a:spLocks noGrp="1"/>
          </p:cNvSpPr>
          <p:nvPr>
            <p:ph type="title" hasCustomPrompt="1"/>
          </p:nvPr>
        </p:nvSpPr>
        <p:spPr>
          <a:xfrm>
            <a:off x="1550563" y="1089213"/>
            <a:ext cx="9879437" cy="980844"/>
          </a:xfrm>
        </p:spPr>
        <p:txBody>
          <a:bodyPr tIns="0" bIns="0"/>
          <a:lstStyle>
            <a:lvl1pPr algn="l">
              <a:lnSpc>
                <a:spcPct val="100000"/>
              </a:lnSpc>
              <a:defRPr sz="3600">
                <a:solidFill>
                  <a:schemeClr val="accent6"/>
                </a:solidFill>
              </a:defRPr>
            </a:lvl1pPr>
          </a:lstStyle>
          <a:p>
            <a:r>
              <a:rPr lang="en-US" dirty="0"/>
              <a:t>Click to add title</a:t>
            </a:r>
          </a:p>
        </p:txBody>
      </p:sp>
      <p:sp>
        <p:nvSpPr>
          <p:cNvPr id="4" name="Text Placeholder 54">
            <a:extLst>
              <a:ext uri="{FF2B5EF4-FFF2-40B4-BE49-F238E27FC236}">
                <a16:creationId xmlns:a16="http://schemas.microsoft.com/office/drawing/2014/main" id="{A0AEB4DF-13C8-8171-2BDB-FD1AD542E783}"/>
              </a:ext>
            </a:extLst>
          </p:cNvPr>
          <p:cNvSpPr>
            <a:spLocks noGrp="1"/>
          </p:cNvSpPr>
          <p:nvPr>
            <p:ph type="body" sz="quarter" idx="13" hasCustomPrompt="1"/>
          </p:nvPr>
        </p:nvSpPr>
        <p:spPr>
          <a:xfrm>
            <a:off x="1550564" y="2331958"/>
            <a:ext cx="2975217" cy="3704266"/>
          </a:xfrm>
        </p:spPr>
        <p:txBody>
          <a:bodyPr lIns="91440" tIns="0" rIns="91440" bIns="0" anchor="t" anchorCtr="0">
            <a:noAutofit/>
          </a:bodyPr>
          <a:lstStyle>
            <a:lvl1pPr marL="0" indent="0">
              <a:lnSpc>
                <a:spcPct val="100000"/>
              </a:lnSpc>
              <a:spcBef>
                <a:spcPts val="0"/>
              </a:spcBef>
              <a:spcAft>
                <a:spcPts val="1200"/>
              </a:spcAft>
              <a:buFont typeface="Arial" panose="020B0604020202020204" pitchFamily="34" charset="0"/>
              <a:buNone/>
              <a:defRPr sz="1800"/>
            </a:lvl1pPr>
          </a:lstStyle>
          <a:p>
            <a:r>
              <a:rPr lang="en-US" dirty="0"/>
              <a:t>Click to add subtitle</a:t>
            </a:r>
          </a:p>
        </p:txBody>
      </p:sp>
      <p:sp>
        <p:nvSpPr>
          <p:cNvPr id="9" name="Content Placeholder 2">
            <a:extLst>
              <a:ext uri="{FF2B5EF4-FFF2-40B4-BE49-F238E27FC236}">
                <a16:creationId xmlns:a16="http://schemas.microsoft.com/office/drawing/2014/main" id="{42134EBA-AF32-9F8A-370F-0D3E842F0397}"/>
              </a:ext>
            </a:extLst>
          </p:cNvPr>
          <p:cNvSpPr>
            <a:spLocks noGrp="1"/>
          </p:cNvSpPr>
          <p:nvPr>
            <p:ph sz="half" idx="1" hasCustomPrompt="1"/>
          </p:nvPr>
        </p:nvSpPr>
        <p:spPr>
          <a:xfrm>
            <a:off x="5087154" y="2331791"/>
            <a:ext cx="6345893" cy="3721817"/>
          </a:xfrm>
        </p:spPr>
        <p:txBody>
          <a:bodyPr lIns="91440" rIns="91440">
            <a:normAutofit/>
          </a:bodyPr>
          <a:lstStyle>
            <a:lvl1pPr>
              <a:defRPr sz="1800"/>
            </a:lvl1pPr>
            <a:lvl2pPr>
              <a:defRPr sz="1800"/>
            </a:lvl2pPr>
            <a:lvl3pPr>
              <a:defRPr sz="1800"/>
            </a:lvl3pPr>
            <a:lvl4pPr>
              <a:defRPr sz="1800"/>
            </a:lvl4pPr>
            <a:lvl5pPr>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0" name="Slide Number Placeholder 2">
            <a:extLst>
              <a:ext uri="{FF2B5EF4-FFF2-40B4-BE49-F238E27FC236}">
                <a16:creationId xmlns:a16="http://schemas.microsoft.com/office/drawing/2014/main" id="{AE99A73D-155B-A133-9671-506F54A0559A}"/>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2039588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ummary 3">
    <p:spTree>
      <p:nvGrpSpPr>
        <p:cNvPr id="1" name=""/>
        <p:cNvGrpSpPr/>
        <p:nvPr/>
      </p:nvGrpSpPr>
      <p:grpSpPr>
        <a:xfrm>
          <a:off x="0" y="0"/>
          <a:ext cx="0" cy="0"/>
          <a:chOff x="0" y="0"/>
          <a:chExt cx="0" cy="0"/>
        </a:xfrm>
      </p:grpSpPr>
      <p:pic>
        <p:nvPicPr>
          <p:cNvPr id="29" name="Graphic 28">
            <a:extLst>
              <a:ext uri="{FF2B5EF4-FFF2-40B4-BE49-F238E27FC236}">
                <a16:creationId xmlns:a16="http://schemas.microsoft.com/office/drawing/2014/main" id="{D5595DD5-43B0-252F-8BC6-6B74340C5BCF}"/>
              </a:ext>
              <a:ext uri="{C183D7F6-B498-43B3-948B-1728B52AA6E4}">
                <adec:decorative xmlns:adec="http://schemas.microsoft.com/office/drawing/2017/decorative" val="1"/>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t="7193"/>
          <a:stretch/>
        </p:blipFill>
        <p:spPr>
          <a:xfrm>
            <a:off x="1" y="-1"/>
            <a:ext cx="443344" cy="6856025"/>
          </a:xfrm>
          <a:custGeom>
            <a:avLst/>
            <a:gdLst>
              <a:gd name="connsiteX0" fmla="*/ 0 w 1734410"/>
              <a:gd name="connsiteY0" fmla="*/ 0 h 4795637"/>
              <a:gd name="connsiteX1" fmla="*/ 1734410 w 1734410"/>
              <a:gd name="connsiteY1" fmla="*/ 0 h 4795637"/>
              <a:gd name="connsiteX2" fmla="*/ 1734410 w 1734410"/>
              <a:gd name="connsiteY2" fmla="*/ 4795637 h 4795637"/>
              <a:gd name="connsiteX3" fmla="*/ 0 w 1734410"/>
              <a:gd name="connsiteY3" fmla="*/ 4795637 h 4795637"/>
            </a:gdLst>
            <a:ahLst/>
            <a:cxnLst>
              <a:cxn ang="0">
                <a:pos x="connsiteX0" y="connsiteY0"/>
              </a:cxn>
              <a:cxn ang="0">
                <a:pos x="connsiteX1" y="connsiteY1"/>
              </a:cxn>
              <a:cxn ang="0">
                <a:pos x="connsiteX2" y="connsiteY2"/>
              </a:cxn>
              <a:cxn ang="0">
                <a:pos x="connsiteX3" y="connsiteY3"/>
              </a:cxn>
            </a:cxnLst>
            <a:rect l="l" t="t" r="r" b="b"/>
            <a:pathLst>
              <a:path w="1734410" h="4795637">
                <a:moveTo>
                  <a:pt x="0" y="0"/>
                </a:moveTo>
                <a:lnTo>
                  <a:pt x="1734410" y="0"/>
                </a:lnTo>
                <a:lnTo>
                  <a:pt x="1734410" y="4795637"/>
                </a:lnTo>
                <a:lnTo>
                  <a:pt x="0" y="4795637"/>
                </a:lnTo>
                <a:close/>
              </a:path>
            </a:pathLst>
          </a:custGeom>
        </p:spPr>
      </p:pic>
      <p:sp>
        <p:nvSpPr>
          <p:cNvPr id="2" name="Title 1"/>
          <p:cNvSpPr>
            <a:spLocks noGrp="1"/>
          </p:cNvSpPr>
          <p:nvPr>
            <p:ph type="title" hasCustomPrompt="1"/>
          </p:nvPr>
        </p:nvSpPr>
        <p:spPr>
          <a:xfrm>
            <a:off x="1550564" y="1057274"/>
            <a:ext cx="9875463" cy="999746"/>
          </a:xfrm>
        </p:spPr>
        <p:txBody>
          <a:bodyPr tIns="0" bIns="0">
            <a:noAutofit/>
          </a:bodyPr>
          <a:lstStyle>
            <a:lvl1pPr algn="l">
              <a:lnSpc>
                <a:spcPct val="100000"/>
              </a:lnSpc>
              <a:defRPr sz="3600" b="1"/>
            </a:lvl1pPr>
          </a:lstStyle>
          <a:p>
            <a:r>
              <a:rPr lang="en-US" dirty="0"/>
              <a:t>Click to add title</a:t>
            </a:r>
          </a:p>
        </p:txBody>
      </p:sp>
      <p:sp>
        <p:nvSpPr>
          <p:cNvPr id="49" name="Freeform 48">
            <a:extLst>
              <a:ext uri="{FF2B5EF4-FFF2-40B4-BE49-F238E27FC236}">
                <a16:creationId xmlns:a16="http://schemas.microsoft.com/office/drawing/2014/main" id="{BC3A3767-6C5E-8188-0A49-955BBACE37F0}"/>
              </a:ext>
              <a:ext uri="{C183D7F6-B498-43B3-948B-1728B52AA6E4}">
                <adec:decorative xmlns:adec="http://schemas.microsoft.com/office/drawing/2017/decorative" val="1"/>
              </a:ext>
            </a:extLst>
          </p:cNvPr>
          <p:cNvSpPr/>
          <p:nvPr userDrawn="1"/>
        </p:nvSpPr>
        <p:spPr>
          <a:xfrm flipH="1" flipV="1">
            <a:off x="-3" y="4420134"/>
            <a:ext cx="1293237" cy="2437866"/>
          </a:xfrm>
          <a:custGeom>
            <a:avLst/>
            <a:gdLst>
              <a:gd name="connsiteX0" fmla="*/ 1293237 w 1293237"/>
              <a:gd name="connsiteY0" fmla="*/ 2437866 h 2437866"/>
              <a:gd name="connsiteX1" fmla="*/ 1292465 w 1293237"/>
              <a:gd name="connsiteY1" fmla="*/ 2437373 h 2437866"/>
              <a:gd name="connsiteX2" fmla="*/ 0 w 1293237"/>
              <a:gd name="connsiteY2" fmla="*/ 0 h 2437866"/>
              <a:gd name="connsiteX3" fmla="*/ 1293237 w 1293237"/>
              <a:gd name="connsiteY3" fmla="*/ 0 h 2437866"/>
            </a:gdLst>
            <a:ahLst/>
            <a:cxnLst>
              <a:cxn ang="0">
                <a:pos x="connsiteX0" y="connsiteY0"/>
              </a:cxn>
              <a:cxn ang="0">
                <a:pos x="connsiteX1" y="connsiteY1"/>
              </a:cxn>
              <a:cxn ang="0">
                <a:pos x="connsiteX2" y="connsiteY2"/>
              </a:cxn>
              <a:cxn ang="0">
                <a:pos x="connsiteX3" y="connsiteY3"/>
              </a:cxn>
            </a:cxnLst>
            <a:rect l="l" t="t" r="r" b="b"/>
            <a:pathLst>
              <a:path w="1293237" h="2437866">
                <a:moveTo>
                  <a:pt x="1293237" y="2437866"/>
                </a:moveTo>
                <a:lnTo>
                  <a:pt x="1292465" y="2437373"/>
                </a:lnTo>
                <a:cubicBezTo>
                  <a:pt x="511725" y="1903845"/>
                  <a:pt x="0" y="1011184"/>
                  <a:pt x="0" y="0"/>
                </a:cubicBezTo>
                <a:lnTo>
                  <a:pt x="1293237" y="0"/>
                </a:lnTo>
                <a:close/>
              </a:path>
            </a:pathLst>
          </a:custGeom>
          <a:solidFill>
            <a:schemeClr val="accent1"/>
          </a:solidFill>
          <a:ln w="4763" cap="flat">
            <a:noFill/>
            <a:prstDash val="solid"/>
            <a:miter/>
          </a:ln>
        </p:spPr>
        <p:txBody>
          <a:bodyPr wrap="square" rtlCol="0" anchor="ctr">
            <a:noAutofit/>
          </a:bodyPr>
          <a:lstStyle/>
          <a:p>
            <a:endParaRPr lang="en-US" dirty="0"/>
          </a:p>
        </p:txBody>
      </p:sp>
      <p:sp>
        <p:nvSpPr>
          <p:cNvPr id="16" name="Content Placeholder 3">
            <a:extLst>
              <a:ext uri="{FF2B5EF4-FFF2-40B4-BE49-F238E27FC236}">
                <a16:creationId xmlns:a16="http://schemas.microsoft.com/office/drawing/2014/main" id="{E4BD7F71-D12B-4F27-1505-FF681CF55F73}"/>
              </a:ext>
            </a:extLst>
          </p:cNvPr>
          <p:cNvSpPr>
            <a:spLocks noGrp="1"/>
          </p:cNvSpPr>
          <p:nvPr>
            <p:ph sz="half" idx="2" hasCustomPrompt="1"/>
          </p:nvPr>
        </p:nvSpPr>
        <p:spPr>
          <a:xfrm>
            <a:off x="1550564" y="2303028"/>
            <a:ext cx="5829147" cy="3961593"/>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3">
            <a:extLst>
              <a:ext uri="{FF2B5EF4-FFF2-40B4-BE49-F238E27FC236}">
                <a16:creationId xmlns:a16="http://schemas.microsoft.com/office/drawing/2014/main" id="{FB87C65D-4EF3-18C8-18A8-477F87A37E51}"/>
              </a:ext>
            </a:extLst>
          </p:cNvPr>
          <p:cNvSpPr>
            <a:spLocks noGrp="1"/>
          </p:cNvSpPr>
          <p:nvPr>
            <p:ph sz="half" idx="15" hasCustomPrompt="1"/>
          </p:nvPr>
        </p:nvSpPr>
        <p:spPr>
          <a:xfrm>
            <a:off x="7940842" y="2303028"/>
            <a:ext cx="3485184" cy="3961593"/>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7" name="Slide Number Placeholder 2">
            <a:extLst>
              <a:ext uri="{FF2B5EF4-FFF2-40B4-BE49-F238E27FC236}">
                <a16:creationId xmlns:a16="http://schemas.microsoft.com/office/drawing/2014/main" id="{AEFFA34C-885D-E995-D8F9-B4ACFBF3110D}"/>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pic>
        <p:nvPicPr>
          <p:cNvPr id="43" name="Graphic 42">
            <a:extLst>
              <a:ext uri="{FF2B5EF4-FFF2-40B4-BE49-F238E27FC236}">
                <a16:creationId xmlns:a16="http://schemas.microsoft.com/office/drawing/2014/main" id="{C6639AD7-128F-B39D-B45F-0F22A2C6D68B}"/>
              </a:ext>
              <a:ext uri="{C183D7F6-B498-43B3-948B-1728B52AA6E4}">
                <adec:decorative xmlns:adec="http://schemas.microsoft.com/office/drawing/2017/decorative" val="1"/>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t="7193"/>
          <a:stretch/>
        </p:blipFill>
        <p:spPr>
          <a:xfrm rot="5400000">
            <a:off x="6072641" y="-5676015"/>
            <a:ext cx="443344" cy="11795374"/>
          </a:xfrm>
          <a:custGeom>
            <a:avLst/>
            <a:gdLst>
              <a:gd name="connsiteX0" fmla="*/ 0 w 1734410"/>
              <a:gd name="connsiteY0" fmla="*/ 0 h 4795637"/>
              <a:gd name="connsiteX1" fmla="*/ 1734410 w 1734410"/>
              <a:gd name="connsiteY1" fmla="*/ 0 h 4795637"/>
              <a:gd name="connsiteX2" fmla="*/ 1734410 w 1734410"/>
              <a:gd name="connsiteY2" fmla="*/ 4795637 h 4795637"/>
              <a:gd name="connsiteX3" fmla="*/ 0 w 1734410"/>
              <a:gd name="connsiteY3" fmla="*/ 4795637 h 4795637"/>
            </a:gdLst>
            <a:ahLst/>
            <a:cxnLst>
              <a:cxn ang="0">
                <a:pos x="connsiteX0" y="connsiteY0"/>
              </a:cxn>
              <a:cxn ang="0">
                <a:pos x="connsiteX1" y="connsiteY1"/>
              </a:cxn>
              <a:cxn ang="0">
                <a:pos x="connsiteX2" y="connsiteY2"/>
              </a:cxn>
              <a:cxn ang="0">
                <a:pos x="connsiteX3" y="connsiteY3"/>
              </a:cxn>
            </a:cxnLst>
            <a:rect l="l" t="t" r="r" b="b"/>
            <a:pathLst>
              <a:path w="1734410" h="4795637">
                <a:moveTo>
                  <a:pt x="0" y="0"/>
                </a:moveTo>
                <a:lnTo>
                  <a:pt x="1734410" y="0"/>
                </a:lnTo>
                <a:lnTo>
                  <a:pt x="1734410" y="4795637"/>
                </a:lnTo>
                <a:lnTo>
                  <a:pt x="0" y="4795637"/>
                </a:lnTo>
                <a:close/>
              </a:path>
            </a:pathLst>
          </a:custGeom>
        </p:spPr>
      </p:pic>
      <p:pic>
        <p:nvPicPr>
          <p:cNvPr id="54" name="Graphic 53">
            <a:extLst>
              <a:ext uri="{FF2B5EF4-FFF2-40B4-BE49-F238E27FC236}">
                <a16:creationId xmlns:a16="http://schemas.microsoft.com/office/drawing/2014/main" id="{48479A23-C29C-C711-510C-05B69B882268}"/>
              </a:ext>
              <a:ext uri="{C183D7F6-B498-43B3-948B-1728B52AA6E4}">
                <adec:decorative xmlns:adec="http://schemas.microsoft.com/office/drawing/2017/decorative" val="1"/>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t="11443" r="10857"/>
          <a:stretch/>
        </p:blipFill>
        <p:spPr>
          <a:xfrm rot="16200000">
            <a:off x="-6447" y="6444"/>
            <a:ext cx="1961253" cy="1948364"/>
          </a:xfrm>
          <a:custGeom>
            <a:avLst/>
            <a:gdLst>
              <a:gd name="connsiteX0" fmla="*/ 1961253 w 1961253"/>
              <a:gd name="connsiteY0" fmla="*/ 0 h 1948364"/>
              <a:gd name="connsiteX1" fmla="*/ 1961253 w 1961253"/>
              <a:gd name="connsiteY1" fmla="*/ 1948364 h 1948364"/>
              <a:gd name="connsiteX2" fmla="*/ 0 w 1961253"/>
              <a:gd name="connsiteY2" fmla="*/ 1948364 h 1948364"/>
              <a:gd name="connsiteX3" fmla="*/ 0 w 1961253"/>
              <a:gd name="connsiteY3" fmla="*/ 0 h 1948364"/>
            </a:gdLst>
            <a:ahLst/>
            <a:cxnLst>
              <a:cxn ang="0">
                <a:pos x="connsiteX0" y="connsiteY0"/>
              </a:cxn>
              <a:cxn ang="0">
                <a:pos x="connsiteX1" y="connsiteY1"/>
              </a:cxn>
              <a:cxn ang="0">
                <a:pos x="connsiteX2" y="connsiteY2"/>
              </a:cxn>
              <a:cxn ang="0">
                <a:pos x="connsiteX3" y="connsiteY3"/>
              </a:cxn>
            </a:cxnLst>
            <a:rect l="l" t="t" r="r" b="b"/>
            <a:pathLst>
              <a:path w="1961253" h="1948364">
                <a:moveTo>
                  <a:pt x="1961253" y="0"/>
                </a:moveTo>
                <a:lnTo>
                  <a:pt x="1961253" y="1948364"/>
                </a:lnTo>
                <a:lnTo>
                  <a:pt x="0" y="1948364"/>
                </a:lnTo>
                <a:lnTo>
                  <a:pt x="0" y="0"/>
                </a:lnTo>
                <a:close/>
              </a:path>
            </a:pathLst>
          </a:custGeom>
        </p:spPr>
      </p:pic>
      <p:sp>
        <p:nvSpPr>
          <p:cNvPr id="7" name="Image 2">
            <a:extLst>
              <a:ext uri="{FF2B5EF4-FFF2-40B4-BE49-F238E27FC236}">
                <a16:creationId xmlns:a16="http://schemas.microsoft.com/office/drawing/2014/main" id="{F3DC42FA-4B8F-2EFC-CAB4-1CCAB93BEB7B}"/>
              </a:ext>
              <a:ext uri="{C183D7F6-B498-43B3-948B-1728B52AA6E4}">
                <adec:decorative xmlns:adec="http://schemas.microsoft.com/office/drawing/2017/decorative" val="1"/>
              </a:ext>
            </a:extLst>
          </p:cNvPr>
          <p:cNvSpPr/>
          <p:nvPr userDrawn="1"/>
        </p:nvSpPr>
        <p:spPr>
          <a:xfrm>
            <a:off x="396626" y="4929577"/>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spTree>
    <p:extLst>
      <p:ext uri="{BB962C8B-B14F-4D97-AF65-F5344CB8AC3E}">
        <p14:creationId xmlns:p14="http://schemas.microsoft.com/office/powerpoint/2010/main" val="25866507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meline 2">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376CF4B8-1811-BD21-43A7-560AC4724F3B}"/>
              </a:ext>
              <a:ext uri="{C183D7F6-B498-43B3-948B-1728B52AA6E4}">
                <adec:decorative xmlns:adec="http://schemas.microsoft.com/office/drawing/2017/decorative" val="1"/>
              </a:ext>
            </a:extLst>
          </p:cNvPr>
          <p:cNvSpPr/>
          <p:nvPr userDrawn="1"/>
        </p:nvSpPr>
        <p:spPr>
          <a:xfrm>
            <a:off x="-24064" y="0"/>
            <a:ext cx="12216063" cy="34671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34" name="Rectangle 33">
            <a:extLst>
              <a:ext uri="{FF2B5EF4-FFF2-40B4-BE49-F238E27FC236}">
                <a16:creationId xmlns:a16="http://schemas.microsoft.com/office/drawing/2014/main" id="{30B7B4F0-D3BC-63DF-6429-F771BE5A3270}"/>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2" name="Title 1">
            <a:extLst>
              <a:ext uri="{FF2B5EF4-FFF2-40B4-BE49-F238E27FC236}">
                <a16:creationId xmlns:a16="http://schemas.microsoft.com/office/drawing/2014/main" id="{A65C6DDD-D2BB-0153-0F53-9F7C17BDFD2B}"/>
              </a:ext>
            </a:extLst>
          </p:cNvPr>
          <p:cNvSpPr>
            <a:spLocks noGrp="1"/>
          </p:cNvSpPr>
          <p:nvPr>
            <p:ph type="title" hasCustomPrompt="1"/>
          </p:nvPr>
        </p:nvSpPr>
        <p:spPr>
          <a:xfrm>
            <a:off x="914400" y="1057274"/>
            <a:ext cx="10511627" cy="1012785"/>
          </a:xfrm>
        </p:spPr>
        <p:txBody>
          <a:bodyPr tIns="0" bIns="0"/>
          <a:lstStyle>
            <a:lvl1pPr algn="ctr">
              <a:lnSpc>
                <a:spcPct val="100000"/>
              </a:lnSpc>
              <a:defRPr sz="3600">
                <a:solidFill>
                  <a:schemeClr val="accent6"/>
                </a:solidFill>
              </a:defRPr>
            </a:lvl1pPr>
          </a:lstStyle>
          <a:p>
            <a:r>
              <a:rPr lang="en-US" dirty="0"/>
              <a:t>Click to add title</a:t>
            </a:r>
          </a:p>
        </p:txBody>
      </p:sp>
      <p:sp>
        <p:nvSpPr>
          <p:cNvPr id="14" name="Content Placeholder 5">
            <a:extLst>
              <a:ext uri="{FF2B5EF4-FFF2-40B4-BE49-F238E27FC236}">
                <a16:creationId xmlns:a16="http://schemas.microsoft.com/office/drawing/2014/main" id="{4D6DED8E-165F-59D7-F01C-4EF0446E5FC0}"/>
              </a:ext>
            </a:extLst>
          </p:cNvPr>
          <p:cNvSpPr>
            <a:spLocks noGrp="1"/>
          </p:cNvSpPr>
          <p:nvPr userDrawn="1">
            <p:ph sz="quarter" idx="4" hasCustomPrompt="1"/>
          </p:nvPr>
        </p:nvSpPr>
        <p:spPr>
          <a:xfrm>
            <a:off x="914400" y="2316067"/>
            <a:ext cx="10511627" cy="3948557"/>
          </a:xfrm>
        </p:spPr>
        <p:txBody>
          <a:bodyPr lIns="91440" tIns="91440" rIns="91440" bIns="9144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Slide Number Placeholder 2">
            <a:extLst>
              <a:ext uri="{FF2B5EF4-FFF2-40B4-BE49-F238E27FC236}">
                <a16:creationId xmlns:a16="http://schemas.microsoft.com/office/drawing/2014/main" id="{2933FDAB-13EE-5F9F-5DFC-A5A60BC63623}"/>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76750815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losing">
    <p:bg>
      <p:bgPr>
        <a:solidFill>
          <a:schemeClr val="accent6"/>
        </a:solidFill>
        <a:effectLst/>
      </p:bgPr>
    </p:bg>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AEF1F750-031C-BDB7-BD7B-9CBE17406FDB}"/>
              </a:ext>
              <a:ext uri="{C183D7F6-B498-43B3-948B-1728B52AA6E4}">
                <adec:decorative xmlns:adec="http://schemas.microsoft.com/office/drawing/2017/decorative" val="1"/>
              </a:ext>
            </a:extLst>
          </p:cNvPr>
          <p:cNvSpPr/>
          <p:nvPr userDrawn="1"/>
        </p:nvSpPr>
        <p:spPr>
          <a:xfrm>
            <a:off x="0" y="0"/>
            <a:ext cx="8948738" cy="6858000"/>
          </a:xfrm>
          <a:custGeom>
            <a:avLst/>
            <a:gdLst>
              <a:gd name="connsiteX0" fmla="*/ 0 w 8948738"/>
              <a:gd name="connsiteY0" fmla="*/ 0 h 6858000"/>
              <a:gd name="connsiteX1" fmla="*/ 5932941 w 8948738"/>
              <a:gd name="connsiteY1" fmla="*/ 0 h 6858000"/>
              <a:gd name="connsiteX2" fmla="*/ 6047310 w 8948738"/>
              <a:gd name="connsiteY2" fmla="*/ 14613 h 6858000"/>
              <a:gd name="connsiteX3" fmla="*/ 8948738 w 8948738"/>
              <a:gd name="connsiteY3" fmla="*/ 3416480 h 6858000"/>
              <a:gd name="connsiteX4" fmla="*/ 5702202 w 8948738"/>
              <a:gd name="connsiteY4" fmla="*/ 6853523 h 6858000"/>
              <a:gd name="connsiteX5" fmla="*/ 5526113 w 8948738"/>
              <a:gd name="connsiteY5" fmla="*/ 6858000 h 6858000"/>
              <a:gd name="connsiteX6" fmla="*/ 0 w 8948738"/>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48738" h="6858000">
                <a:moveTo>
                  <a:pt x="0" y="0"/>
                </a:moveTo>
                <a:lnTo>
                  <a:pt x="5932941" y="0"/>
                </a:lnTo>
                <a:lnTo>
                  <a:pt x="6047310" y="14613"/>
                </a:lnTo>
                <a:cubicBezTo>
                  <a:pt x="7690210" y="267026"/>
                  <a:pt x="8948738" y="1693971"/>
                  <a:pt x="8948738" y="3416480"/>
                </a:cubicBezTo>
                <a:cubicBezTo>
                  <a:pt x="8948738" y="5257788"/>
                  <a:pt x="7510634" y="6761349"/>
                  <a:pt x="5702202" y="6853523"/>
                </a:cubicBezTo>
                <a:lnTo>
                  <a:pt x="5526113" y="6858000"/>
                </a:lnTo>
                <a:lnTo>
                  <a:pt x="0" y="6858000"/>
                </a:lnTo>
                <a:close/>
              </a:path>
            </a:pathLst>
          </a:custGeom>
          <a:solidFill>
            <a:schemeClr val="bg1"/>
          </a:solidFill>
          <a:ln w="47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9" name="Freeform: Shape 18">
            <a:extLst>
              <a:ext uri="{FF2B5EF4-FFF2-40B4-BE49-F238E27FC236}">
                <a16:creationId xmlns:a16="http://schemas.microsoft.com/office/drawing/2014/main" id="{FEB515B5-2D9F-58E1-6E3C-CCBF105D891E}"/>
              </a:ext>
              <a:ext uri="{C183D7F6-B498-43B3-948B-1728B52AA6E4}">
                <adec:decorative xmlns:adec="http://schemas.microsoft.com/office/drawing/2017/decorative" val="1"/>
              </a:ext>
            </a:extLst>
          </p:cNvPr>
          <p:cNvSpPr/>
          <p:nvPr userDrawn="1"/>
        </p:nvSpPr>
        <p:spPr>
          <a:xfrm>
            <a:off x="7527501" y="0"/>
            <a:ext cx="4671276" cy="6857999"/>
          </a:xfrm>
          <a:custGeom>
            <a:avLst/>
            <a:gdLst>
              <a:gd name="connsiteX0" fmla="*/ 3416476 w 4653374"/>
              <a:gd name="connsiteY0" fmla="*/ 0 h 6831717"/>
              <a:gd name="connsiteX1" fmla="*/ 4653374 w 4653374"/>
              <a:gd name="connsiteY1" fmla="*/ 0 h 6831717"/>
              <a:gd name="connsiteX2" fmla="*/ 4653374 w 4653374"/>
              <a:gd name="connsiteY2" fmla="*/ 6831717 h 6831717"/>
              <a:gd name="connsiteX3" fmla="*/ 3416476 w 4653374"/>
              <a:gd name="connsiteY3" fmla="*/ 6831717 h 6831717"/>
              <a:gd name="connsiteX4" fmla="*/ 0 w 4653374"/>
              <a:gd name="connsiteY4" fmla="*/ 3415863 h 6831717"/>
              <a:gd name="connsiteX5" fmla="*/ 3416476 w 4653374"/>
              <a:gd name="connsiteY5" fmla="*/ 0 h 68317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53374" h="6831717">
                <a:moveTo>
                  <a:pt x="3416476" y="0"/>
                </a:moveTo>
                <a:lnTo>
                  <a:pt x="4653374" y="0"/>
                </a:lnTo>
                <a:lnTo>
                  <a:pt x="4653374" y="6831717"/>
                </a:lnTo>
                <a:lnTo>
                  <a:pt x="3416476" y="6831717"/>
                </a:lnTo>
                <a:cubicBezTo>
                  <a:pt x="1529612" y="6831717"/>
                  <a:pt x="0" y="5302406"/>
                  <a:pt x="0" y="3415863"/>
                </a:cubicBezTo>
                <a:cubicBezTo>
                  <a:pt x="0" y="1529335"/>
                  <a:pt x="1529607" y="0"/>
                  <a:pt x="3416476" y="0"/>
                </a:cubicBezTo>
                <a:close/>
              </a:path>
            </a:pathLst>
          </a:custGeom>
          <a:solidFill>
            <a:schemeClr val="accent1"/>
          </a:solidFill>
          <a:ln w="4777" cap="flat">
            <a:noFill/>
            <a:prstDash val="solid"/>
            <a:miter/>
          </a:ln>
        </p:spPr>
        <p:txBody>
          <a:bodyPr rtlCol="0" anchor="ctr"/>
          <a:lstStyle/>
          <a:p>
            <a:endParaRPr lang="en-US" dirty="0"/>
          </a:p>
        </p:txBody>
      </p:sp>
      <p:pic>
        <p:nvPicPr>
          <p:cNvPr id="9" name="Image 2">
            <a:extLst>
              <a:ext uri="{FF2B5EF4-FFF2-40B4-BE49-F238E27FC236}">
                <a16:creationId xmlns:a16="http://schemas.microsoft.com/office/drawing/2014/main" id="{5CCFEDF9-5B69-87BA-8A33-35033DA4013F}"/>
              </a:ext>
              <a:ext uri="{C183D7F6-B498-43B3-948B-1728B52AA6E4}">
                <adec:decorative xmlns:adec="http://schemas.microsoft.com/office/drawing/2017/decorative" val="1"/>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p:blipFill>
        <p:spPr>
          <a:xfrm>
            <a:off x="8766586" y="0"/>
            <a:ext cx="3432191" cy="3432191"/>
          </a:xfrm>
          <a:prstGeom prst="rect">
            <a:avLst/>
          </a:prstGeom>
        </p:spPr>
      </p:pic>
      <p:sp>
        <p:nvSpPr>
          <p:cNvPr id="2" name="Title 1"/>
          <p:cNvSpPr>
            <a:spLocks noGrp="1"/>
          </p:cNvSpPr>
          <p:nvPr>
            <p:ph type="ctrTitle" hasCustomPrompt="1"/>
          </p:nvPr>
        </p:nvSpPr>
        <p:spPr>
          <a:xfrm>
            <a:off x="914401" y="849782"/>
            <a:ext cx="5715000" cy="2727709"/>
          </a:xfrm>
        </p:spPr>
        <p:txBody>
          <a:bodyPr tIns="0" bIns="0" anchor="b" anchorCtr="0">
            <a:noAutofit/>
          </a:bodyPr>
          <a:lstStyle>
            <a:lvl1pPr algn="l">
              <a:lnSpc>
                <a:spcPct val="100000"/>
              </a:lnSpc>
              <a:defRPr sz="3600"/>
            </a:lvl1pPr>
          </a:lstStyle>
          <a:p>
            <a:r>
              <a:rPr lang="en-US" dirty="0"/>
              <a:t>Click to add title</a:t>
            </a:r>
          </a:p>
        </p:txBody>
      </p:sp>
      <p:sp>
        <p:nvSpPr>
          <p:cNvPr id="6" name="Subtitle 2">
            <a:extLst>
              <a:ext uri="{FF2B5EF4-FFF2-40B4-BE49-F238E27FC236}">
                <a16:creationId xmlns:a16="http://schemas.microsoft.com/office/drawing/2014/main" id="{86F10CB4-CF79-A942-DA9C-04CBB7C89DC3}"/>
              </a:ext>
            </a:extLst>
          </p:cNvPr>
          <p:cNvSpPr>
            <a:spLocks noGrp="1"/>
          </p:cNvSpPr>
          <p:nvPr>
            <p:ph type="subTitle" idx="1" hasCustomPrompt="1"/>
          </p:nvPr>
        </p:nvSpPr>
        <p:spPr>
          <a:xfrm>
            <a:off x="914401" y="3813606"/>
            <a:ext cx="5715000" cy="2234642"/>
          </a:xfrm>
        </p:spPr>
        <p:txBody>
          <a:bodyPr lIns="91440" tIns="0" rIns="91440" bIns="0" anchor="t" anchorCtr="0">
            <a:normAutofit/>
          </a:bodyPr>
          <a:lstStyle>
            <a:lvl1pPr marL="0" indent="0" algn="l">
              <a:spcBef>
                <a:spcPts val="576"/>
              </a:spcBef>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Tree>
    <p:extLst>
      <p:ext uri="{BB962C8B-B14F-4D97-AF65-F5344CB8AC3E}">
        <p14:creationId xmlns:p14="http://schemas.microsoft.com/office/powerpoint/2010/main" val="237289882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2C6B5F91-ABF5-D0B6-E43F-40CEDC3A6DF8}"/>
              </a:ext>
              <a:ext uri="{C183D7F6-B498-43B3-948B-1728B52AA6E4}">
                <adec:decorative xmlns:adec="http://schemas.microsoft.com/office/drawing/2017/decorative" val="1"/>
              </a:ext>
            </a:extLst>
          </p:cNvPr>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9" name="Freeform: Shape 8">
            <a:extLst>
              <a:ext uri="{FF2B5EF4-FFF2-40B4-BE49-F238E27FC236}">
                <a16:creationId xmlns:a16="http://schemas.microsoft.com/office/drawing/2014/main" id="{A52D64F1-27B6-A1E5-4F44-A6029FAB307B}"/>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p:txBody>
          <a:bodyPr anchor="ctr" anchorCtr="0"/>
          <a:lstStyle/>
          <a:p>
            <a:r>
              <a:rPr lang="en-US" dirty="0"/>
              <a:t>Click to add title</a:t>
            </a:r>
          </a:p>
        </p:txBody>
      </p:sp>
      <p:sp>
        <p:nvSpPr>
          <p:cNvPr id="5" name="Slide Number Placeholder 4"/>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07186844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A626DE4B-D4E5-B36A-89FA-7C0E87AFC31D}"/>
              </a:ext>
              <a:ext uri="{C183D7F6-B498-43B3-948B-1728B52AA6E4}">
                <adec:decorative xmlns:adec="http://schemas.microsoft.com/office/drawing/2017/decorative" val="1"/>
              </a:ext>
            </a:extLst>
          </p:cNvPr>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8" name="Freeform: Shape 7">
            <a:extLst>
              <a:ext uri="{FF2B5EF4-FFF2-40B4-BE49-F238E27FC236}">
                <a16:creationId xmlns:a16="http://schemas.microsoft.com/office/drawing/2014/main" id="{95243571-BE64-3777-F992-88FC43A60537}"/>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 name="Slide Number Placeholder 3"/>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158118286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ADFAE2CB-0EAD-E788-FCB7-FB12F6939199}"/>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a:xfrm>
            <a:off x="758952" y="758952"/>
            <a:ext cx="3932237" cy="1524662"/>
          </a:xfrm>
        </p:spPr>
        <p:txBody>
          <a:bodyPr anchor="b"/>
          <a:lstStyle>
            <a:lvl1pPr>
              <a:lnSpc>
                <a:spcPct val="100000"/>
              </a:lnSpc>
              <a:defRPr sz="3200"/>
            </a:lvl1pPr>
          </a:lstStyle>
          <a:p>
            <a:r>
              <a:rPr lang="en-US" dirty="0"/>
              <a:t>Click to add title</a:t>
            </a:r>
          </a:p>
        </p:txBody>
      </p:sp>
      <p:sp>
        <p:nvSpPr>
          <p:cNvPr id="7" name="Slide Number Placeholder 6"/>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
        <p:nvSpPr>
          <p:cNvPr id="4" name="Text Placeholder 3"/>
          <p:cNvSpPr>
            <a:spLocks noGrp="1"/>
          </p:cNvSpPr>
          <p:nvPr>
            <p:ph type="body" sz="half" idx="2" hasCustomPrompt="1"/>
          </p:nvPr>
        </p:nvSpPr>
        <p:spPr>
          <a:xfrm>
            <a:off x="758952" y="2286000"/>
            <a:ext cx="3932237" cy="356708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3" name="Content Placeholder 2"/>
          <p:cNvSpPr>
            <a:spLocks noGrp="1"/>
          </p:cNvSpPr>
          <p:nvPr>
            <p:ph idx="1" hasCustomPrompt="1"/>
          </p:nvPr>
        </p:nvSpPr>
        <p:spPr>
          <a:xfrm>
            <a:off x="5183187" y="741459"/>
            <a:ext cx="6242839" cy="511959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74500552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CAA6B609-D718-DB49-892F-7E49376CC913}"/>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a:xfrm>
            <a:off x="760938" y="755372"/>
            <a:ext cx="3931920" cy="1527048"/>
          </a:xfrm>
        </p:spPr>
        <p:txBody>
          <a:bodyPr anchor="b"/>
          <a:lstStyle>
            <a:lvl1pPr>
              <a:lnSpc>
                <a:spcPct val="100000"/>
              </a:lnSpc>
              <a:defRPr sz="3200"/>
            </a:lvl1pPr>
          </a:lstStyle>
          <a:p>
            <a:r>
              <a:rPr lang="en-US" dirty="0"/>
              <a:t>Click to add title</a:t>
            </a:r>
          </a:p>
        </p:txBody>
      </p:sp>
      <p:sp>
        <p:nvSpPr>
          <p:cNvPr id="7" name="Slide Number Placeholder 6"/>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
        <p:nvSpPr>
          <p:cNvPr id="4" name="Text Placeholder 3"/>
          <p:cNvSpPr>
            <a:spLocks noGrp="1"/>
          </p:cNvSpPr>
          <p:nvPr>
            <p:ph type="body" sz="half" idx="2" hasCustomPrompt="1"/>
          </p:nvPr>
        </p:nvSpPr>
        <p:spPr>
          <a:xfrm>
            <a:off x="760938" y="2286001"/>
            <a:ext cx="3931920"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3" name="Picture Placeholder 2"/>
          <p:cNvSpPr>
            <a:spLocks noGrp="1" noChangeAspect="1"/>
          </p:cNvSpPr>
          <p:nvPr>
            <p:ph type="pic" idx="1" hasCustomPrompt="1"/>
          </p:nvPr>
        </p:nvSpPr>
        <p:spPr>
          <a:xfrm>
            <a:off x="5262700" y="987425"/>
            <a:ext cx="6172200" cy="4873625"/>
          </a:xfrm>
        </p:spPr>
        <p:txBody>
          <a:bodyPr anchor="t">
            <a:normAutofit/>
          </a:bodyPr>
          <a:lstStyle>
            <a:lvl1pPr marL="0" indent="0" algn="ctr">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to add picture</a:t>
            </a:r>
          </a:p>
        </p:txBody>
      </p:sp>
    </p:spTree>
    <p:extLst>
      <p:ext uri="{BB962C8B-B14F-4D97-AF65-F5344CB8AC3E}">
        <p14:creationId xmlns:p14="http://schemas.microsoft.com/office/powerpoint/2010/main" val="22346700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Slide Number Placeholder 5"/>
          <p:cNvSpPr>
            <a:spLocks noGrp="1"/>
          </p:cNvSpPr>
          <p:nvPr>
            <p:ph type="sldNum" sz="quarter" idx="4"/>
          </p:nvPr>
        </p:nvSpPr>
        <p:spPr>
          <a:xfrm>
            <a:off x="10438475" y="457199"/>
            <a:ext cx="987552" cy="244503"/>
          </a:xfrm>
          <a:prstGeom prst="rect">
            <a:avLst/>
          </a:prstGeom>
        </p:spPr>
        <p:txBody>
          <a:bodyPr vert="horz" lIns="91440" tIns="45720" rIns="0" bIns="45720" rtlCol="0" anchor="ctr"/>
          <a:lstStyle>
            <a:lvl1pPr algn="r">
              <a:defRPr sz="1200">
                <a:solidFill>
                  <a:schemeClr val="accent6"/>
                </a:solidFill>
                <a:latin typeface="+mn-lt"/>
                <a:cs typeface="Arial" panose="020B0604020202020204" pitchFamily="34" charset="0"/>
              </a:defRPr>
            </a:lvl1pPr>
          </a:lstStyle>
          <a:p>
            <a:fld id="{48F63A3B-78C7-47BE-AE5E-E10140E04643}" type="slidenum">
              <a:rPr lang="en-US" smtClean="0"/>
              <a:pPr/>
              <a:t>‹#›</a:t>
            </a:fld>
            <a:endParaRPr lang="en-US" dirty="0"/>
          </a:p>
        </p:txBody>
      </p:sp>
      <p:sp>
        <p:nvSpPr>
          <p:cNvPr id="2" name="Title Placeholder 1"/>
          <p:cNvSpPr>
            <a:spLocks noGrp="1"/>
          </p:cNvSpPr>
          <p:nvPr>
            <p:ph type="title"/>
          </p:nvPr>
        </p:nvSpPr>
        <p:spPr>
          <a:xfrm>
            <a:off x="758952" y="731520"/>
            <a:ext cx="10671048" cy="1362057"/>
          </a:xfrm>
          <a:prstGeom prst="rect">
            <a:avLst/>
          </a:prstGeom>
        </p:spPr>
        <p:txBody>
          <a:bodyPr vert="horz" lIns="91440" tIns="45720" rIns="91440" bIns="45720" rtlCol="0" anchor="b" anchorCtr="0">
            <a:noAutofit/>
          </a:bodyPr>
          <a:lstStyle/>
          <a:p>
            <a:r>
              <a:rPr lang="en-US"/>
              <a:t>Click to edit Master title style</a:t>
            </a:r>
            <a:endParaRPr lang="en-US" dirty="0"/>
          </a:p>
        </p:txBody>
      </p:sp>
      <p:sp>
        <p:nvSpPr>
          <p:cNvPr id="3" name="Text Placeholder 2"/>
          <p:cNvSpPr>
            <a:spLocks noGrp="1"/>
          </p:cNvSpPr>
          <p:nvPr>
            <p:ph type="body" idx="1"/>
          </p:nvPr>
        </p:nvSpPr>
        <p:spPr>
          <a:xfrm>
            <a:off x="758952" y="2103120"/>
            <a:ext cx="10671048"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54833434"/>
      </p:ext>
    </p:extLst>
  </p:cSld>
  <p:clrMap bg1="lt1" tx1="dk1" bg2="lt2" tx2="dk2" accent1="accent1" accent2="accent2" accent3="accent3" accent4="accent4" accent5="accent5" accent6="accent6" hlink="hlink" folHlink="folHlink"/>
  <p:sldLayoutIdLst>
    <p:sldLayoutId id="2147483651" r:id="rId1"/>
    <p:sldLayoutId id="2147483663" r:id="rId2"/>
    <p:sldLayoutId id="2147483680" r:id="rId3"/>
    <p:sldLayoutId id="2147483653" r:id="rId4"/>
    <p:sldLayoutId id="2147483668" r:id="rId5"/>
    <p:sldLayoutId id="2147483685" r:id="rId6"/>
    <p:sldLayoutId id="2147483686" r:id="rId7"/>
    <p:sldLayoutId id="2147483687" r:id="rId8"/>
    <p:sldLayoutId id="2147483688" r:id="rId9"/>
    <p:sldLayoutId id="2147483689" r:id="rId10"/>
    <p:sldLayoutId id="2147483691" r:id="rId11"/>
    <p:sldLayoutId id="2147483692" r:id="rId12"/>
    <p:sldLayoutId id="2147483676" r:id="rId13"/>
    <p:sldLayoutId id="2147483656" r:id="rId14"/>
    <p:sldLayoutId id="2147483657" r:id="rId15"/>
    <p:sldLayoutId id="2147483658" r:id="rId16"/>
    <p:sldLayoutId id="2147483659" r:id="rId17"/>
  </p:sldLayoutIdLst>
  <p:hf hdr="0" ftr="0" dt="0"/>
  <p:txStyles>
    <p:titleStyle>
      <a:lvl1pPr algn="ctr" defTabSz="914400" rtl="0" eaLnBrk="1" latinLnBrk="0" hangingPunct="1">
        <a:lnSpc>
          <a:spcPts val="4875"/>
        </a:lnSpc>
        <a:spcBef>
          <a:spcPct val="0"/>
        </a:spcBef>
        <a:buNone/>
        <a:defRPr sz="3800" b="1" kern="1200" cap="all" baseline="0">
          <a:solidFill>
            <a:schemeClr val="accent6"/>
          </a:solidFill>
          <a:latin typeface="+mj-lt"/>
          <a:ea typeface="+mj-ea"/>
          <a:cs typeface="+mj-cs"/>
        </a:defRPr>
      </a:lvl1pPr>
    </p:titleStyle>
    <p:bodyStyle>
      <a:lvl1pPr marL="347472" indent="-347472" algn="l" defTabSz="914400" rtl="0" eaLnBrk="1" latinLnBrk="0" hangingPunct="1">
        <a:lnSpc>
          <a:spcPct val="100000"/>
        </a:lnSpc>
        <a:spcBef>
          <a:spcPts val="360"/>
        </a:spcBef>
        <a:buFont typeface="Arial" panose="020B0604020202020204" pitchFamily="34" charset="0"/>
        <a:buChar char="•"/>
        <a:defRPr sz="2800" kern="1200">
          <a:solidFill>
            <a:schemeClr val="accent6"/>
          </a:solidFill>
          <a:latin typeface="+mn-lt"/>
          <a:ea typeface="+mn-ea"/>
          <a:cs typeface="+mn-cs"/>
        </a:defRPr>
      </a:lvl1pPr>
      <a:lvl2pPr marL="685800" indent="-347472" algn="l" defTabSz="914400" rtl="0" eaLnBrk="1" latinLnBrk="0" hangingPunct="1">
        <a:lnSpc>
          <a:spcPct val="100000"/>
        </a:lnSpc>
        <a:spcBef>
          <a:spcPts val="360"/>
        </a:spcBef>
        <a:buFont typeface="Arial" panose="020B0604020202020204" pitchFamily="34" charset="0"/>
        <a:buChar char="•"/>
        <a:defRPr sz="2400" kern="1200">
          <a:solidFill>
            <a:schemeClr val="accent6"/>
          </a:solidFill>
          <a:latin typeface="+mn-lt"/>
          <a:ea typeface="+mn-ea"/>
          <a:cs typeface="+mn-cs"/>
        </a:defRPr>
      </a:lvl2pPr>
      <a:lvl3pPr marL="1143000" indent="-347472" algn="l" defTabSz="914400" rtl="0" eaLnBrk="1" latinLnBrk="0" hangingPunct="1">
        <a:lnSpc>
          <a:spcPct val="100000"/>
        </a:lnSpc>
        <a:spcBef>
          <a:spcPts val="360"/>
        </a:spcBef>
        <a:buFont typeface="Arial" panose="020B0604020202020204" pitchFamily="34" charset="0"/>
        <a:buChar char="•"/>
        <a:defRPr sz="20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07FF65-A536-F639-8591-ED024C223308}"/>
              </a:ext>
            </a:extLst>
          </p:cNvPr>
          <p:cNvSpPr>
            <a:spLocks noGrp="1"/>
          </p:cNvSpPr>
          <p:nvPr>
            <p:ph type="ctrTitle"/>
          </p:nvPr>
        </p:nvSpPr>
        <p:spPr>
          <a:xfrm>
            <a:off x="2899790" y="810227"/>
            <a:ext cx="6392421" cy="3831221"/>
          </a:xfrm>
        </p:spPr>
        <p:txBody>
          <a:bodyPr anchor="ctr"/>
          <a:lstStyle/>
          <a:p>
            <a:r>
              <a:rPr lang="en-US" dirty="0"/>
              <a:t>Welcome</a:t>
            </a:r>
            <a:br>
              <a:rPr lang="en-US" dirty="0"/>
            </a:br>
            <a:br>
              <a:rPr lang="en-US" dirty="0"/>
            </a:br>
            <a:r>
              <a:rPr lang="en-US" dirty="0"/>
              <a:t>5MTC SLOWER PACED STUDUY GROUP</a:t>
            </a:r>
            <a:br>
              <a:rPr lang="en-US" dirty="0"/>
            </a:br>
            <a:br>
              <a:rPr lang="en-US" dirty="0"/>
            </a:br>
            <a:r>
              <a:rPr lang="en-US" dirty="0"/>
              <a:t>introductory </a:t>
            </a:r>
            <a:br>
              <a:rPr lang="en-US" dirty="0"/>
            </a:br>
            <a:r>
              <a:rPr lang="en-US" dirty="0"/>
              <a:t>call</a:t>
            </a:r>
            <a:br>
              <a:rPr lang="en-US" dirty="0"/>
            </a:br>
            <a:endParaRPr lang="en-US" dirty="0"/>
          </a:p>
        </p:txBody>
      </p:sp>
    </p:spTree>
    <p:extLst>
      <p:ext uri="{BB962C8B-B14F-4D97-AF65-F5344CB8AC3E}">
        <p14:creationId xmlns:p14="http://schemas.microsoft.com/office/powerpoint/2010/main" val="22024376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021072-4A77-DB4D-DF41-58EADB7DA94E}"/>
              </a:ext>
            </a:extLst>
          </p:cNvPr>
          <p:cNvSpPr>
            <a:spLocks noGrp="1"/>
          </p:cNvSpPr>
          <p:nvPr>
            <p:ph type="title"/>
          </p:nvPr>
        </p:nvSpPr>
        <p:spPr>
          <a:xfrm>
            <a:off x="914400" y="1057274"/>
            <a:ext cx="6583680" cy="1531357"/>
          </a:xfrm>
        </p:spPr>
        <p:txBody>
          <a:bodyPr/>
          <a:lstStyle/>
          <a:p>
            <a:r>
              <a:rPr lang="en-US" dirty="0"/>
              <a:t>agenda</a:t>
            </a:r>
          </a:p>
        </p:txBody>
      </p:sp>
      <p:sp>
        <p:nvSpPr>
          <p:cNvPr id="3" name="Content Placeholder 2">
            <a:extLst>
              <a:ext uri="{FF2B5EF4-FFF2-40B4-BE49-F238E27FC236}">
                <a16:creationId xmlns:a16="http://schemas.microsoft.com/office/drawing/2014/main" id="{D4D22962-3C7F-E480-5C35-7F4860A098E1}"/>
              </a:ext>
            </a:extLst>
          </p:cNvPr>
          <p:cNvSpPr>
            <a:spLocks noGrp="1"/>
          </p:cNvSpPr>
          <p:nvPr>
            <p:ph idx="1"/>
          </p:nvPr>
        </p:nvSpPr>
        <p:spPr>
          <a:xfrm>
            <a:off x="914400" y="2834640"/>
            <a:ext cx="6583680" cy="3207344"/>
          </a:xfrm>
        </p:spPr>
        <p:txBody>
          <a:bodyPr/>
          <a:lstStyle/>
          <a:p>
            <a:r>
              <a:rPr lang="en-US" dirty="0"/>
              <a:t>Introduction</a:t>
            </a:r>
          </a:p>
          <a:p>
            <a:r>
              <a:rPr lang="en-US" dirty="0"/>
              <a:t>Group Rules &amp; Culture</a:t>
            </a:r>
          </a:p>
          <a:p>
            <a:r>
              <a:rPr lang="en-US" dirty="0"/>
              <a:t>Icebreaker</a:t>
            </a:r>
          </a:p>
          <a:p>
            <a:r>
              <a:rPr lang="en-US" dirty="0"/>
              <a:t>Proposed Learning Roadmap (phases 1 to 4)</a:t>
            </a:r>
          </a:p>
        </p:txBody>
      </p:sp>
      <p:sp>
        <p:nvSpPr>
          <p:cNvPr id="4" name="Slide Number Placeholder 3">
            <a:extLst>
              <a:ext uri="{FF2B5EF4-FFF2-40B4-BE49-F238E27FC236}">
                <a16:creationId xmlns:a16="http://schemas.microsoft.com/office/drawing/2014/main" id="{18D5CFA2-4E67-F157-5FFD-A246307D41F7}"/>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2</a:t>
            </a:fld>
            <a:endParaRPr lang="en-US" dirty="0"/>
          </a:p>
        </p:txBody>
      </p:sp>
    </p:spTree>
    <p:extLst>
      <p:ext uri="{BB962C8B-B14F-4D97-AF65-F5344CB8AC3E}">
        <p14:creationId xmlns:p14="http://schemas.microsoft.com/office/powerpoint/2010/main" val="39132197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4EDA75-0988-2AC2-87F8-8DEC83A7B9CA}"/>
              </a:ext>
            </a:extLst>
          </p:cNvPr>
          <p:cNvSpPr>
            <a:spLocks noGrp="1"/>
          </p:cNvSpPr>
          <p:nvPr>
            <p:ph type="title"/>
          </p:nvPr>
        </p:nvSpPr>
        <p:spPr>
          <a:xfrm>
            <a:off x="1395910" y="540513"/>
            <a:ext cx="7748089" cy="2065035"/>
          </a:xfrm>
        </p:spPr>
        <p:txBody>
          <a:bodyPr/>
          <a:lstStyle/>
          <a:p>
            <a:r>
              <a:rPr lang="en-US" dirty="0"/>
              <a:t>Welcome to the 5-minute trader slower paced study group</a:t>
            </a:r>
          </a:p>
        </p:txBody>
      </p:sp>
      <p:sp>
        <p:nvSpPr>
          <p:cNvPr id="5" name="Content Placeholder 2">
            <a:extLst>
              <a:ext uri="{FF2B5EF4-FFF2-40B4-BE49-F238E27FC236}">
                <a16:creationId xmlns:a16="http://schemas.microsoft.com/office/drawing/2014/main" id="{F9E11F4B-5309-CE8B-4CC9-8AFA104ADCB2}"/>
              </a:ext>
            </a:extLst>
          </p:cNvPr>
          <p:cNvSpPr txBox="1">
            <a:spLocks/>
          </p:cNvSpPr>
          <p:nvPr/>
        </p:nvSpPr>
        <p:spPr>
          <a:xfrm>
            <a:off x="1395910" y="2952627"/>
            <a:ext cx="6583680" cy="3207344"/>
          </a:xfrm>
          <a:prstGeom prst="rect">
            <a:avLst/>
          </a:prstGeom>
        </p:spPr>
        <p:txBody>
          <a:bodyPr/>
          <a:lstStyle>
            <a:lvl1pPr marL="347472" indent="-347472" algn="l" defTabSz="914400" rtl="0" eaLnBrk="1" latinLnBrk="0" hangingPunct="1">
              <a:lnSpc>
                <a:spcPct val="100000"/>
              </a:lnSpc>
              <a:spcBef>
                <a:spcPts val="360"/>
              </a:spcBef>
              <a:buFont typeface="Arial" panose="020B0604020202020204" pitchFamily="34" charset="0"/>
              <a:buChar char="•"/>
              <a:defRPr sz="2800" kern="1200">
                <a:solidFill>
                  <a:schemeClr val="accent6"/>
                </a:solidFill>
                <a:latin typeface="+mn-lt"/>
                <a:ea typeface="+mn-ea"/>
                <a:cs typeface="+mn-cs"/>
              </a:defRPr>
            </a:lvl1pPr>
            <a:lvl2pPr marL="685800" indent="-347472" algn="l" defTabSz="914400" rtl="0" eaLnBrk="1" latinLnBrk="0" hangingPunct="1">
              <a:lnSpc>
                <a:spcPct val="100000"/>
              </a:lnSpc>
              <a:spcBef>
                <a:spcPts val="360"/>
              </a:spcBef>
              <a:buFont typeface="Arial" panose="020B0604020202020204" pitchFamily="34" charset="0"/>
              <a:buChar char="•"/>
              <a:defRPr sz="2400" kern="1200">
                <a:solidFill>
                  <a:schemeClr val="accent6"/>
                </a:solidFill>
                <a:latin typeface="+mn-lt"/>
                <a:ea typeface="+mn-ea"/>
                <a:cs typeface="+mn-cs"/>
              </a:defRPr>
            </a:lvl2pPr>
            <a:lvl3pPr marL="1143000" indent="-347472" algn="l" defTabSz="914400" rtl="0" eaLnBrk="1" latinLnBrk="0" hangingPunct="1">
              <a:lnSpc>
                <a:spcPct val="100000"/>
              </a:lnSpc>
              <a:spcBef>
                <a:spcPts val="360"/>
              </a:spcBef>
              <a:buFont typeface="Arial" panose="020B0604020202020204" pitchFamily="34" charset="0"/>
              <a:buChar char="•"/>
              <a:defRPr sz="20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Aft>
                <a:spcPts val="500"/>
              </a:spcAft>
            </a:pPr>
            <a:r>
              <a:rPr lang="en-US" dirty="0"/>
              <a:t>Growth-focused learning</a:t>
            </a:r>
          </a:p>
          <a:p>
            <a:pPr>
              <a:spcAft>
                <a:spcPts val="500"/>
              </a:spcAft>
            </a:pPr>
            <a:r>
              <a:rPr lang="en-US" dirty="0"/>
              <a:t>Supportive + challenging</a:t>
            </a:r>
          </a:p>
          <a:p>
            <a:pPr>
              <a:spcAft>
                <a:spcPts val="500"/>
              </a:spcAft>
            </a:pPr>
            <a:r>
              <a:rPr lang="en-US" dirty="0"/>
              <a:t>Clear roadmap ahead</a:t>
            </a:r>
          </a:p>
        </p:txBody>
      </p:sp>
    </p:spTree>
    <p:extLst>
      <p:ext uri="{BB962C8B-B14F-4D97-AF65-F5344CB8AC3E}">
        <p14:creationId xmlns:p14="http://schemas.microsoft.com/office/powerpoint/2010/main" val="29064919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42EC3A-437F-7533-9595-C7999021835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BED6D7-B06E-EF9A-ACBB-0B702954E22B}"/>
              </a:ext>
            </a:extLst>
          </p:cNvPr>
          <p:cNvSpPr>
            <a:spLocks noGrp="1"/>
          </p:cNvSpPr>
          <p:nvPr>
            <p:ph type="title"/>
          </p:nvPr>
        </p:nvSpPr>
        <p:spPr>
          <a:xfrm>
            <a:off x="1395910" y="540513"/>
            <a:ext cx="7748089" cy="2065035"/>
          </a:xfrm>
        </p:spPr>
        <p:txBody>
          <a:bodyPr/>
          <a:lstStyle/>
          <a:p>
            <a:r>
              <a:rPr lang="en-US" dirty="0"/>
              <a:t>Group rules &amp; culture</a:t>
            </a:r>
          </a:p>
        </p:txBody>
      </p:sp>
      <p:sp>
        <p:nvSpPr>
          <p:cNvPr id="5" name="Content Placeholder 2">
            <a:extLst>
              <a:ext uri="{FF2B5EF4-FFF2-40B4-BE49-F238E27FC236}">
                <a16:creationId xmlns:a16="http://schemas.microsoft.com/office/drawing/2014/main" id="{343621CE-6503-7A24-14B2-697A9EAAA1B6}"/>
              </a:ext>
            </a:extLst>
          </p:cNvPr>
          <p:cNvSpPr txBox="1">
            <a:spLocks/>
          </p:cNvSpPr>
          <p:nvPr/>
        </p:nvSpPr>
        <p:spPr>
          <a:xfrm>
            <a:off x="1700710" y="2259349"/>
            <a:ext cx="9095380" cy="3041273"/>
          </a:xfrm>
          <a:prstGeom prst="rect">
            <a:avLst/>
          </a:prstGeom>
        </p:spPr>
        <p:txBody>
          <a:bodyPr/>
          <a:lstStyle>
            <a:lvl1pPr marL="347472" indent="-347472" algn="l" defTabSz="914400" rtl="0" eaLnBrk="1" latinLnBrk="0" hangingPunct="1">
              <a:lnSpc>
                <a:spcPct val="100000"/>
              </a:lnSpc>
              <a:spcBef>
                <a:spcPts val="360"/>
              </a:spcBef>
              <a:buFont typeface="Arial" panose="020B0604020202020204" pitchFamily="34" charset="0"/>
              <a:buChar char="•"/>
              <a:defRPr sz="2800" kern="1200">
                <a:solidFill>
                  <a:schemeClr val="accent6"/>
                </a:solidFill>
                <a:latin typeface="+mn-lt"/>
                <a:ea typeface="+mn-ea"/>
                <a:cs typeface="+mn-cs"/>
              </a:defRPr>
            </a:lvl1pPr>
            <a:lvl2pPr marL="685800" indent="-347472" algn="l" defTabSz="914400" rtl="0" eaLnBrk="1" latinLnBrk="0" hangingPunct="1">
              <a:lnSpc>
                <a:spcPct val="100000"/>
              </a:lnSpc>
              <a:spcBef>
                <a:spcPts val="360"/>
              </a:spcBef>
              <a:buFont typeface="Arial" panose="020B0604020202020204" pitchFamily="34" charset="0"/>
              <a:buChar char="•"/>
              <a:defRPr sz="2400" kern="1200">
                <a:solidFill>
                  <a:schemeClr val="accent6"/>
                </a:solidFill>
                <a:latin typeface="+mn-lt"/>
                <a:ea typeface="+mn-ea"/>
                <a:cs typeface="+mn-cs"/>
              </a:defRPr>
            </a:lvl2pPr>
            <a:lvl3pPr marL="1143000" indent="-347472" algn="l" defTabSz="914400" rtl="0" eaLnBrk="1" latinLnBrk="0" hangingPunct="1">
              <a:lnSpc>
                <a:spcPct val="100000"/>
              </a:lnSpc>
              <a:spcBef>
                <a:spcPts val="360"/>
              </a:spcBef>
              <a:buFont typeface="Arial" panose="020B0604020202020204" pitchFamily="34" charset="0"/>
              <a:buChar char="•"/>
              <a:defRPr sz="20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14350" indent="-514350">
              <a:spcAft>
                <a:spcPts val="500"/>
              </a:spcAft>
              <a:buFont typeface="+mj-lt"/>
              <a:buAutoNum type="arabicPeriod"/>
            </a:pPr>
            <a:r>
              <a:rPr lang="en-US" dirty="0"/>
              <a:t>Be Kind and Courteous</a:t>
            </a:r>
          </a:p>
          <a:p>
            <a:pPr marL="514350" indent="-514350">
              <a:spcAft>
                <a:spcPts val="500"/>
              </a:spcAft>
              <a:buFont typeface="+mj-lt"/>
              <a:buAutoNum type="arabicPeriod"/>
            </a:pPr>
            <a:r>
              <a:rPr lang="en-US" dirty="0"/>
              <a:t>Respect Everyone’s Privacy</a:t>
            </a:r>
          </a:p>
          <a:p>
            <a:pPr marL="514350" indent="-514350">
              <a:spcAft>
                <a:spcPts val="500"/>
              </a:spcAft>
              <a:buFont typeface="+mj-lt"/>
              <a:buAutoNum type="arabicPeriod"/>
            </a:pPr>
            <a:r>
              <a:rPr lang="en-US" dirty="0"/>
              <a:t>No external sharing of group content</a:t>
            </a:r>
          </a:p>
          <a:p>
            <a:pPr marL="514350" indent="-514350">
              <a:spcAft>
                <a:spcPts val="500"/>
              </a:spcAft>
              <a:buFont typeface="+mj-lt"/>
              <a:buAutoNum type="arabicPeriod"/>
            </a:pPr>
            <a:r>
              <a:rPr lang="en-US" dirty="0"/>
              <a:t>Growth requires challenge</a:t>
            </a:r>
          </a:p>
          <a:p>
            <a:pPr marL="514350" indent="-514350">
              <a:spcAft>
                <a:spcPts val="500"/>
              </a:spcAft>
              <a:buFont typeface="+mj-lt"/>
              <a:buAutoNum type="arabicPeriod"/>
            </a:pPr>
            <a:r>
              <a:rPr lang="en-US" dirty="0"/>
              <a:t>Support each other’s learning</a:t>
            </a:r>
          </a:p>
          <a:p>
            <a:pPr marL="514350" indent="-514350">
              <a:spcAft>
                <a:spcPts val="500"/>
              </a:spcAft>
              <a:buFont typeface="+mj-lt"/>
              <a:buAutoNum type="arabicPeriod"/>
            </a:pPr>
            <a:r>
              <a:rPr lang="en-US" dirty="0"/>
              <a:t>We’re learning, not providing financial advice</a:t>
            </a:r>
          </a:p>
          <a:p>
            <a:pPr marL="514350" indent="-514350">
              <a:spcAft>
                <a:spcPts val="500"/>
              </a:spcAft>
              <a:buFont typeface="+mj-lt"/>
              <a:buAutoNum type="arabicPeriod"/>
            </a:pPr>
            <a:r>
              <a:rPr lang="en-US" dirty="0"/>
              <a:t>Keep a positive environment</a:t>
            </a:r>
          </a:p>
          <a:p>
            <a:pPr>
              <a:spcAft>
                <a:spcPts val="500"/>
              </a:spcAft>
            </a:pPr>
            <a:endParaRPr lang="en-US" dirty="0"/>
          </a:p>
          <a:p>
            <a:pPr>
              <a:spcAft>
                <a:spcPts val="500"/>
              </a:spcAft>
            </a:pPr>
            <a:endParaRPr lang="en-US" dirty="0"/>
          </a:p>
        </p:txBody>
      </p:sp>
    </p:spTree>
    <p:extLst>
      <p:ext uri="{BB962C8B-B14F-4D97-AF65-F5344CB8AC3E}">
        <p14:creationId xmlns:p14="http://schemas.microsoft.com/office/powerpoint/2010/main" val="14944416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5E8954-9BCB-7FD9-A210-38DC54382D45}"/>
              </a:ext>
            </a:extLst>
          </p:cNvPr>
          <p:cNvSpPr>
            <a:spLocks noGrp="1"/>
          </p:cNvSpPr>
          <p:nvPr>
            <p:ph type="title"/>
          </p:nvPr>
        </p:nvSpPr>
        <p:spPr>
          <a:xfrm>
            <a:off x="3666845" y="195861"/>
            <a:ext cx="7965461" cy="994164"/>
          </a:xfrm>
        </p:spPr>
        <p:txBody>
          <a:bodyPr/>
          <a:lstStyle/>
          <a:p>
            <a:r>
              <a:rPr lang="en-US" dirty="0"/>
              <a:t>PHASE 1: FOUNDATION REVIEW (now → 26 July)</a:t>
            </a:r>
          </a:p>
        </p:txBody>
      </p:sp>
      <p:sp>
        <p:nvSpPr>
          <p:cNvPr id="3" name="Content Placeholder 2">
            <a:extLst>
              <a:ext uri="{FF2B5EF4-FFF2-40B4-BE49-F238E27FC236}">
                <a16:creationId xmlns:a16="http://schemas.microsoft.com/office/drawing/2014/main" id="{75111C33-898C-4414-4665-5136EB6FC126}"/>
              </a:ext>
            </a:extLst>
          </p:cNvPr>
          <p:cNvSpPr>
            <a:spLocks noGrp="1"/>
          </p:cNvSpPr>
          <p:nvPr>
            <p:ph sz="half" idx="2"/>
          </p:nvPr>
        </p:nvSpPr>
        <p:spPr>
          <a:xfrm>
            <a:off x="2967789" y="1415009"/>
            <a:ext cx="8873064" cy="3497698"/>
          </a:xfrm>
        </p:spPr>
        <p:txBody>
          <a:bodyPr>
            <a:noAutofit/>
          </a:bodyPr>
          <a:lstStyle/>
          <a:p>
            <a:pPr marL="0" indent="0">
              <a:buNone/>
            </a:pPr>
            <a:r>
              <a:rPr lang="en-GB" sz="2400" i="1" dirty="0"/>
              <a:t>Making the most of the 5‑Minute Trader Challenge videos while they’re still available</a:t>
            </a:r>
          </a:p>
          <a:p>
            <a:pPr marL="0" indent="0">
              <a:buNone/>
            </a:pPr>
            <a:r>
              <a:rPr lang="en-GB" sz="2400" dirty="0"/>
              <a:t>Over the next week, we’ll all take time to rewatch the 5‑Minute Trader Challenge videos. This is a great chance to refresh the core concepts and make sure we’re all starting from the same baseline.</a:t>
            </a:r>
          </a:p>
          <a:p>
            <a:pPr marL="0" indent="0">
              <a:buNone/>
            </a:pPr>
            <a:endParaRPr lang="en-GB" sz="2400" b="1" dirty="0"/>
          </a:p>
          <a:p>
            <a:pPr marL="0" indent="0">
              <a:buNone/>
            </a:pPr>
            <a:r>
              <a:rPr lang="en-GB" sz="2400" b="1" dirty="0"/>
              <a:t>What we’ll do during this phase:</a:t>
            </a:r>
          </a:p>
          <a:p>
            <a:r>
              <a:rPr lang="en-GB" sz="2400" dirty="0"/>
              <a:t>Rewatch the videos at your own pace</a:t>
            </a:r>
          </a:p>
          <a:p>
            <a:r>
              <a:rPr lang="en-GB" sz="2400" dirty="0"/>
              <a:t>Share insights, screenshots, and “aha moments” in the group</a:t>
            </a:r>
          </a:p>
          <a:p>
            <a:r>
              <a:rPr lang="en-GB" sz="2400" dirty="0"/>
              <a:t>Ask questions and help each other understand tricky parts</a:t>
            </a:r>
          </a:p>
          <a:p>
            <a:pPr marL="0" indent="0">
              <a:buNone/>
            </a:pPr>
            <a:r>
              <a:rPr lang="en-GB" sz="2400" dirty="0"/>
              <a:t>This keeps the group active and learning together while everyone gets comfortable with the material.</a:t>
            </a:r>
          </a:p>
          <a:p>
            <a:pPr marL="0" indent="0">
              <a:buNone/>
            </a:pPr>
            <a:br>
              <a:rPr lang="en-GB" sz="2400" dirty="0"/>
            </a:br>
            <a:endParaRPr lang="en-GB" sz="2400" dirty="0"/>
          </a:p>
        </p:txBody>
      </p:sp>
      <p:sp>
        <p:nvSpPr>
          <p:cNvPr id="23" name="Slide Number Placeholder 22">
            <a:extLst>
              <a:ext uri="{FF2B5EF4-FFF2-40B4-BE49-F238E27FC236}">
                <a16:creationId xmlns:a16="http://schemas.microsoft.com/office/drawing/2014/main" id="{94FF72B7-0438-3641-5939-75128934B0DF}"/>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5</a:t>
            </a:fld>
            <a:endParaRPr lang="en-US" dirty="0"/>
          </a:p>
        </p:txBody>
      </p:sp>
    </p:spTree>
    <p:extLst>
      <p:ext uri="{BB962C8B-B14F-4D97-AF65-F5344CB8AC3E}">
        <p14:creationId xmlns:p14="http://schemas.microsoft.com/office/powerpoint/2010/main" val="6856810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802627-E5E8-2F64-33B3-9E75393D2F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AE5EDB-17D1-803E-4369-F45BA5E7466B}"/>
              </a:ext>
            </a:extLst>
          </p:cNvPr>
          <p:cNvSpPr>
            <a:spLocks noGrp="1"/>
          </p:cNvSpPr>
          <p:nvPr>
            <p:ph type="title"/>
          </p:nvPr>
        </p:nvSpPr>
        <p:spPr>
          <a:xfrm>
            <a:off x="3460566" y="195861"/>
            <a:ext cx="7965461" cy="994164"/>
          </a:xfrm>
        </p:spPr>
        <p:txBody>
          <a:bodyPr/>
          <a:lstStyle/>
          <a:p>
            <a:r>
              <a:rPr lang="en-US" dirty="0"/>
              <a:t>PHASE 2: weekly workshops (after 26 July)</a:t>
            </a:r>
          </a:p>
        </p:txBody>
      </p:sp>
      <p:sp>
        <p:nvSpPr>
          <p:cNvPr id="3" name="Content Placeholder 2">
            <a:extLst>
              <a:ext uri="{FF2B5EF4-FFF2-40B4-BE49-F238E27FC236}">
                <a16:creationId xmlns:a16="http://schemas.microsoft.com/office/drawing/2014/main" id="{4CA00E6E-F162-09EA-53CF-98515B767714}"/>
              </a:ext>
            </a:extLst>
          </p:cNvPr>
          <p:cNvSpPr>
            <a:spLocks noGrp="1"/>
          </p:cNvSpPr>
          <p:nvPr>
            <p:ph sz="half" idx="2"/>
          </p:nvPr>
        </p:nvSpPr>
        <p:spPr>
          <a:xfrm>
            <a:off x="3144253" y="1451363"/>
            <a:ext cx="8907415" cy="3497698"/>
          </a:xfrm>
        </p:spPr>
        <p:txBody>
          <a:bodyPr>
            <a:noAutofit/>
          </a:bodyPr>
          <a:lstStyle/>
          <a:p>
            <a:pPr marL="0" indent="0">
              <a:buNone/>
            </a:pPr>
            <a:r>
              <a:rPr lang="en-GB" sz="2400" i="1" dirty="0"/>
              <a:t>We begin our guided learning journey together — step by step</a:t>
            </a:r>
          </a:p>
          <a:p>
            <a:pPr marL="0" indent="0">
              <a:buNone/>
            </a:pPr>
            <a:endParaRPr lang="en-GB" sz="2400" dirty="0"/>
          </a:p>
          <a:p>
            <a:r>
              <a:rPr lang="en-GB" sz="2400" dirty="0"/>
              <a:t>Each week focuses on one core topic from our roadmap</a:t>
            </a:r>
          </a:p>
          <a:p>
            <a:r>
              <a:rPr lang="en-GB" sz="2400" dirty="0"/>
              <a:t>We learn it together on a live call</a:t>
            </a:r>
          </a:p>
          <a:p>
            <a:r>
              <a:rPr lang="en-GB" sz="2400" dirty="0"/>
              <a:t>We practise the skills during the session</a:t>
            </a:r>
          </a:p>
          <a:p>
            <a:r>
              <a:rPr lang="en-GB" sz="2400" dirty="0"/>
              <a:t>Everyone gets hands‑on support</a:t>
            </a:r>
          </a:p>
          <a:p>
            <a:r>
              <a:rPr lang="en-GB" sz="2400" dirty="0"/>
              <a:t>We </a:t>
            </a:r>
            <a:r>
              <a:rPr lang="en-GB" sz="2400" b="1" dirty="0"/>
              <a:t>do not move on to the next week</a:t>
            </a:r>
            <a:r>
              <a:rPr lang="en-GB" sz="2400" dirty="0"/>
              <a:t> until the whole group is comfortable with the material</a:t>
            </a:r>
          </a:p>
          <a:p>
            <a:r>
              <a:rPr lang="en-GB" sz="2400" dirty="0"/>
              <a:t>This ensures nobody gets left behind and everyone builds confidence at the same pace</a:t>
            </a:r>
          </a:p>
          <a:p>
            <a:r>
              <a:rPr lang="en-GB" sz="2400" b="1" dirty="0"/>
              <a:t>Your commitment here matters</a:t>
            </a:r>
          </a:p>
        </p:txBody>
      </p:sp>
      <p:sp>
        <p:nvSpPr>
          <p:cNvPr id="23" name="Slide Number Placeholder 22">
            <a:extLst>
              <a:ext uri="{FF2B5EF4-FFF2-40B4-BE49-F238E27FC236}">
                <a16:creationId xmlns:a16="http://schemas.microsoft.com/office/drawing/2014/main" id="{F4646C20-3B19-F0F7-7DE3-142381D2D365}"/>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6</a:t>
            </a:fld>
            <a:endParaRPr lang="en-US" dirty="0"/>
          </a:p>
        </p:txBody>
      </p:sp>
    </p:spTree>
    <p:extLst>
      <p:ext uri="{BB962C8B-B14F-4D97-AF65-F5344CB8AC3E}">
        <p14:creationId xmlns:p14="http://schemas.microsoft.com/office/powerpoint/2010/main" val="22938703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AC04EF-88D2-5DCE-223F-B713383529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A3CAAC-DC3F-8B82-075A-B45985220252}"/>
              </a:ext>
            </a:extLst>
          </p:cNvPr>
          <p:cNvSpPr>
            <a:spLocks noGrp="1"/>
          </p:cNvSpPr>
          <p:nvPr>
            <p:ph type="title"/>
          </p:nvPr>
        </p:nvSpPr>
        <p:spPr>
          <a:xfrm>
            <a:off x="3460565" y="431606"/>
            <a:ext cx="7965461" cy="994164"/>
          </a:xfrm>
        </p:spPr>
        <p:txBody>
          <a:bodyPr/>
          <a:lstStyle/>
          <a:p>
            <a:r>
              <a:rPr lang="en-US" dirty="0"/>
              <a:t>PHASE 2: </a:t>
            </a:r>
            <a:br>
              <a:rPr lang="en-US" dirty="0"/>
            </a:br>
            <a:r>
              <a:rPr lang="en-US" dirty="0"/>
              <a:t>week 1: </a:t>
            </a:r>
            <a:r>
              <a:rPr lang="en-US" dirty="0" err="1"/>
              <a:t>PlatfORM</a:t>
            </a:r>
            <a:r>
              <a:rPr lang="en-US" dirty="0"/>
              <a:t> SETUP</a:t>
            </a:r>
          </a:p>
        </p:txBody>
      </p:sp>
      <p:sp>
        <p:nvSpPr>
          <p:cNvPr id="3" name="Content Placeholder 2">
            <a:extLst>
              <a:ext uri="{FF2B5EF4-FFF2-40B4-BE49-F238E27FC236}">
                <a16:creationId xmlns:a16="http://schemas.microsoft.com/office/drawing/2014/main" id="{395E7EED-9F80-82B5-04F0-B674DD57EC45}"/>
              </a:ext>
            </a:extLst>
          </p:cNvPr>
          <p:cNvSpPr>
            <a:spLocks noGrp="1"/>
          </p:cNvSpPr>
          <p:nvPr>
            <p:ph sz="half" idx="2"/>
          </p:nvPr>
        </p:nvSpPr>
        <p:spPr>
          <a:xfrm>
            <a:off x="3069798" y="2014977"/>
            <a:ext cx="8746993" cy="3497698"/>
          </a:xfrm>
        </p:spPr>
        <p:txBody>
          <a:bodyPr>
            <a:noAutofit/>
          </a:bodyPr>
          <a:lstStyle/>
          <a:p>
            <a:pPr marL="0" indent="0">
              <a:buNone/>
            </a:pPr>
            <a:r>
              <a:rPr lang="en-GB" sz="2400" i="1" dirty="0"/>
              <a:t>Getting everyone fully set up and confident using their tools</a:t>
            </a:r>
            <a:endParaRPr lang="en-GB" sz="2400" dirty="0"/>
          </a:p>
          <a:p>
            <a:pPr marL="0" indent="0">
              <a:buNone/>
            </a:pPr>
            <a:r>
              <a:rPr lang="en-GB" sz="2400" dirty="0"/>
              <a:t>Before we dive into charting and strategy, we’ll make sure everyone is properly set up on their trading platforms. This ensures that when we start applying the strategy, everyone knows exactly how to execute trades safely and confidently.</a:t>
            </a:r>
            <a:endParaRPr lang="en-US" sz="2400" dirty="0"/>
          </a:p>
          <a:p>
            <a:r>
              <a:rPr lang="en-US" sz="2400" dirty="0"/>
              <a:t>Charles Schwab account setup</a:t>
            </a:r>
          </a:p>
          <a:p>
            <a:r>
              <a:rPr lang="en-US" sz="2400" dirty="0" err="1"/>
              <a:t>ThinkorSwim</a:t>
            </a:r>
            <a:r>
              <a:rPr lang="en-US" sz="2400" dirty="0"/>
              <a:t> setup</a:t>
            </a:r>
          </a:p>
          <a:p>
            <a:r>
              <a:rPr lang="en-US" sz="2400" dirty="0" err="1"/>
              <a:t>TradingView</a:t>
            </a:r>
            <a:r>
              <a:rPr lang="en-US" sz="2400" dirty="0"/>
              <a:t> setup</a:t>
            </a:r>
          </a:p>
          <a:p>
            <a:r>
              <a:rPr lang="en-US" sz="2400" dirty="0"/>
              <a:t>Risk management essentials</a:t>
            </a:r>
          </a:p>
        </p:txBody>
      </p:sp>
      <p:sp>
        <p:nvSpPr>
          <p:cNvPr id="23" name="Slide Number Placeholder 22">
            <a:extLst>
              <a:ext uri="{FF2B5EF4-FFF2-40B4-BE49-F238E27FC236}">
                <a16:creationId xmlns:a16="http://schemas.microsoft.com/office/drawing/2014/main" id="{16470832-A317-90B2-6E3F-FE9C12603D43}"/>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7</a:t>
            </a:fld>
            <a:endParaRPr lang="en-US" dirty="0"/>
          </a:p>
        </p:txBody>
      </p:sp>
    </p:spTree>
    <p:extLst>
      <p:ext uri="{BB962C8B-B14F-4D97-AF65-F5344CB8AC3E}">
        <p14:creationId xmlns:p14="http://schemas.microsoft.com/office/powerpoint/2010/main" val="15539391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CC2C79-FF88-51F2-6750-ABF909F363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280436-75E4-9335-AFC2-081E0EB400F0}"/>
              </a:ext>
            </a:extLst>
          </p:cNvPr>
          <p:cNvSpPr>
            <a:spLocks noGrp="1"/>
          </p:cNvSpPr>
          <p:nvPr>
            <p:ph type="title"/>
          </p:nvPr>
        </p:nvSpPr>
        <p:spPr>
          <a:xfrm>
            <a:off x="3091596" y="720390"/>
            <a:ext cx="8731435" cy="994164"/>
          </a:xfrm>
        </p:spPr>
        <p:txBody>
          <a:bodyPr/>
          <a:lstStyle/>
          <a:p>
            <a:r>
              <a:rPr lang="en-US" dirty="0"/>
              <a:t>PHASE 2: </a:t>
            </a:r>
            <a:br>
              <a:rPr lang="en-US" dirty="0"/>
            </a:br>
            <a:r>
              <a:rPr lang="en-US" dirty="0"/>
              <a:t>week 2: core fundamentals</a:t>
            </a:r>
          </a:p>
        </p:txBody>
      </p:sp>
      <p:sp>
        <p:nvSpPr>
          <p:cNvPr id="3" name="Content Placeholder 2">
            <a:extLst>
              <a:ext uri="{FF2B5EF4-FFF2-40B4-BE49-F238E27FC236}">
                <a16:creationId xmlns:a16="http://schemas.microsoft.com/office/drawing/2014/main" id="{CD36555B-B122-61DF-D45C-B065BC50B810}"/>
              </a:ext>
            </a:extLst>
          </p:cNvPr>
          <p:cNvSpPr>
            <a:spLocks noGrp="1"/>
          </p:cNvSpPr>
          <p:nvPr>
            <p:ph sz="half" idx="2"/>
          </p:nvPr>
        </p:nvSpPr>
        <p:spPr>
          <a:xfrm>
            <a:off x="3342578" y="2014389"/>
            <a:ext cx="7965460" cy="2829222"/>
          </a:xfrm>
        </p:spPr>
        <p:txBody>
          <a:bodyPr>
            <a:noAutofit/>
          </a:bodyPr>
          <a:lstStyle/>
          <a:p>
            <a:pPr marL="0" indent="0">
              <a:buNone/>
            </a:pPr>
            <a:r>
              <a:rPr lang="en-GB" sz="2400" dirty="0"/>
              <a:t>Before diving into Heather’s strategy, we’ll make sure everyone understands:</a:t>
            </a:r>
            <a:br>
              <a:rPr lang="en-GB" sz="2400" dirty="0"/>
            </a:br>
            <a:endParaRPr lang="en-GB" sz="2400" dirty="0"/>
          </a:p>
          <a:p>
            <a:r>
              <a:rPr lang="en-GB" sz="2400" dirty="0"/>
              <a:t>How to read a basic chart</a:t>
            </a:r>
          </a:p>
          <a:p>
            <a:r>
              <a:rPr lang="en-GB" sz="2400" dirty="0"/>
              <a:t>What the S&amp;P 500 is and why it matters</a:t>
            </a:r>
          </a:p>
          <a:p>
            <a:r>
              <a:rPr lang="en-GB" sz="2400" dirty="0"/>
              <a:t>Candles, trends, swing highs/lows</a:t>
            </a:r>
          </a:p>
          <a:p>
            <a:r>
              <a:rPr lang="en-GB" sz="2400" dirty="0"/>
              <a:t>Moving averages and why EMAs are central to the strategy</a:t>
            </a:r>
          </a:p>
          <a:p>
            <a:pPr marL="0" indent="0">
              <a:buNone/>
            </a:pPr>
            <a:r>
              <a:rPr lang="en-GB" sz="2400" dirty="0"/>
              <a:t>This gives us a strong foundation for everything that comes next.</a:t>
            </a:r>
          </a:p>
        </p:txBody>
      </p:sp>
      <p:sp>
        <p:nvSpPr>
          <p:cNvPr id="23" name="Slide Number Placeholder 22">
            <a:extLst>
              <a:ext uri="{FF2B5EF4-FFF2-40B4-BE49-F238E27FC236}">
                <a16:creationId xmlns:a16="http://schemas.microsoft.com/office/drawing/2014/main" id="{4738B070-1734-24C2-C516-48EEAE111EEB}"/>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8</a:t>
            </a:fld>
            <a:endParaRPr lang="en-US" dirty="0"/>
          </a:p>
        </p:txBody>
      </p:sp>
    </p:spTree>
    <p:extLst>
      <p:ext uri="{BB962C8B-B14F-4D97-AF65-F5344CB8AC3E}">
        <p14:creationId xmlns:p14="http://schemas.microsoft.com/office/powerpoint/2010/main" val="36205687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76232B-C1C6-0A32-A6BB-30A9A3E3735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03659C-0287-0A11-AC4E-BBBC9D9886FC}"/>
              </a:ext>
            </a:extLst>
          </p:cNvPr>
          <p:cNvSpPr>
            <a:spLocks noGrp="1"/>
          </p:cNvSpPr>
          <p:nvPr>
            <p:ph type="title"/>
          </p:nvPr>
        </p:nvSpPr>
        <p:spPr>
          <a:xfrm>
            <a:off x="3460565" y="1057274"/>
            <a:ext cx="8731435" cy="994164"/>
          </a:xfrm>
        </p:spPr>
        <p:txBody>
          <a:bodyPr/>
          <a:lstStyle/>
          <a:p>
            <a:r>
              <a:rPr lang="en-US" dirty="0"/>
              <a:t>PHASE 2: </a:t>
            </a:r>
            <a:br>
              <a:rPr lang="en-US" dirty="0"/>
            </a:br>
            <a:r>
              <a:rPr lang="en-US" dirty="0"/>
              <a:t>week 3: price lines &amp; top-down analysis</a:t>
            </a:r>
          </a:p>
        </p:txBody>
      </p:sp>
      <p:sp>
        <p:nvSpPr>
          <p:cNvPr id="3" name="Content Placeholder 2">
            <a:extLst>
              <a:ext uri="{FF2B5EF4-FFF2-40B4-BE49-F238E27FC236}">
                <a16:creationId xmlns:a16="http://schemas.microsoft.com/office/drawing/2014/main" id="{FFE182D1-B0A7-3E59-E13D-97055A83C334}"/>
              </a:ext>
            </a:extLst>
          </p:cNvPr>
          <p:cNvSpPr>
            <a:spLocks noGrp="1"/>
          </p:cNvSpPr>
          <p:nvPr>
            <p:ph sz="half" idx="2"/>
          </p:nvPr>
        </p:nvSpPr>
        <p:spPr>
          <a:xfrm>
            <a:off x="3460565" y="2688746"/>
            <a:ext cx="7965460" cy="3497698"/>
          </a:xfrm>
        </p:spPr>
        <p:txBody>
          <a:bodyPr>
            <a:normAutofit lnSpcReduction="10000"/>
          </a:bodyPr>
          <a:lstStyle/>
          <a:p>
            <a:pPr marL="0" indent="0">
              <a:buNone/>
            </a:pPr>
            <a:r>
              <a:rPr lang="en-GB" sz="2400" dirty="0"/>
              <a:t>We’ll learn how to:</a:t>
            </a:r>
          </a:p>
          <a:p>
            <a:r>
              <a:rPr lang="en-GB" sz="2400" dirty="0"/>
              <a:t>Draw clean, meaningful price levels</a:t>
            </a:r>
          </a:p>
          <a:p>
            <a:r>
              <a:rPr lang="en-GB" sz="2400" dirty="0"/>
              <a:t>Identify important wicks</a:t>
            </a:r>
          </a:p>
          <a:p>
            <a:r>
              <a:rPr lang="en-GB" sz="2400" dirty="0"/>
              <a:t>Avoid clutter</a:t>
            </a:r>
          </a:p>
          <a:p>
            <a:r>
              <a:rPr lang="en-GB" sz="2400" dirty="0"/>
              <a:t>Perform top‑down analysis (Daily → 4H → 1H → 5M)</a:t>
            </a:r>
          </a:p>
          <a:p>
            <a:pPr marL="0" indent="0">
              <a:buNone/>
            </a:pPr>
            <a:endParaRPr lang="en-GB" sz="2400" dirty="0"/>
          </a:p>
          <a:p>
            <a:pPr marL="0" indent="0">
              <a:buNone/>
            </a:pPr>
            <a:r>
              <a:rPr lang="en-GB" sz="2400" dirty="0"/>
              <a:t>Everyone will practice posting their charts, and we’ll review them together.</a:t>
            </a:r>
          </a:p>
        </p:txBody>
      </p:sp>
      <p:sp>
        <p:nvSpPr>
          <p:cNvPr id="23" name="Slide Number Placeholder 22">
            <a:extLst>
              <a:ext uri="{FF2B5EF4-FFF2-40B4-BE49-F238E27FC236}">
                <a16:creationId xmlns:a16="http://schemas.microsoft.com/office/drawing/2014/main" id="{9319F4AF-5EC7-84AE-68CC-94F7FC51DAD2}"/>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9</a:t>
            </a:fld>
            <a:endParaRPr lang="en-US" dirty="0"/>
          </a:p>
        </p:txBody>
      </p:sp>
    </p:spTree>
    <p:extLst>
      <p:ext uri="{BB962C8B-B14F-4D97-AF65-F5344CB8AC3E}">
        <p14:creationId xmlns:p14="http://schemas.microsoft.com/office/powerpoint/2010/main" val="41058654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C41F64-5AEF-8F7A-00DE-529A0B57981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6DD1BD-FA0C-835A-0CBA-649487E32548}"/>
              </a:ext>
            </a:extLst>
          </p:cNvPr>
          <p:cNvSpPr>
            <a:spLocks noGrp="1"/>
          </p:cNvSpPr>
          <p:nvPr>
            <p:ph type="title"/>
          </p:nvPr>
        </p:nvSpPr>
        <p:spPr>
          <a:xfrm>
            <a:off x="2794075" y="210398"/>
            <a:ext cx="9111432" cy="994164"/>
          </a:xfrm>
        </p:spPr>
        <p:txBody>
          <a:bodyPr/>
          <a:lstStyle/>
          <a:p>
            <a:r>
              <a:rPr lang="en-US" dirty="0"/>
              <a:t>PHASE 2: </a:t>
            </a:r>
            <a:br>
              <a:rPr lang="en-US" dirty="0"/>
            </a:br>
            <a:r>
              <a:rPr lang="en-US" dirty="0"/>
              <a:t>week 4: the 5-minute strategy</a:t>
            </a:r>
          </a:p>
        </p:txBody>
      </p:sp>
      <p:sp>
        <p:nvSpPr>
          <p:cNvPr id="3" name="Content Placeholder 2">
            <a:extLst>
              <a:ext uri="{FF2B5EF4-FFF2-40B4-BE49-F238E27FC236}">
                <a16:creationId xmlns:a16="http://schemas.microsoft.com/office/drawing/2014/main" id="{011B4F69-9508-84F8-9997-5EFFD5A0911A}"/>
              </a:ext>
            </a:extLst>
          </p:cNvPr>
          <p:cNvSpPr>
            <a:spLocks noGrp="1"/>
          </p:cNvSpPr>
          <p:nvPr>
            <p:ph sz="half" idx="2"/>
          </p:nvPr>
        </p:nvSpPr>
        <p:spPr>
          <a:xfrm>
            <a:off x="2794075" y="1451363"/>
            <a:ext cx="9657346" cy="2443612"/>
          </a:xfrm>
        </p:spPr>
        <p:txBody>
          <a:bodyPr>
            <a:noAutofit/>
          </a:bodyPr>
          <a:lstStyle/>
          <a:p>
            <a:pPr marL="0" indent="0">
              <a:buNone/>
            </a:pPr>
            <a:r>
              <a:rPr lang="en-GB" sz="2000" dirty="0"/>
              <a:t>We’ll break down the strategy step by step:</a:t>
            </a:r>
          </a:p>
          <a:p>
            <a:r>
              <a:rPr lang="en-GB" sz="2000" dirty="0"/>
              <a:t>Bias selection via 9/21 EMA cross (i.e. bullish or bearish)</a:t>
            </a:r>
          </a:p>
          <a:p>
            <a:r>
              <a:rPr lang="en-GB" sz="2000" dirty="0"/>
              <a:t>Building confluence (i.e. confidence in our bias) by combing: </a:t>
            </a:r>
          </a:p>
          <a:p>
            <a:pPr lvl="1"/>
            <a:r>
              <a:rPr lang="en-GB" sz="2000" b="1" dirty="0"/>
              <a:t>Bias</a:t>
            </a:r>
            <a:r>
              <a:rPr lang="en-GB" sz="2000" dirty="0"/>
              <a:t> pointing one way </a:t>
            </a:r>
          </a:p>
          <a:p>
            <a:pPr lvl="1"/>
            <a:r>
              <a:rPr lang="en-GB" sz="2000" b="1" dirty="0"/>
              <a:t>EMA </a:t>
            </a:r>
            <a:r>
              <a:rPr lang="en-GB" sz="2000" dirty="0"/>
              <a:t>alignment</a:t>
            </a:r>
          </a:p>
          <a:p>
            <a:pPr lvl="1"/>
            <a:r>
              <a:rPr lang="en-GB" sz="2000" b="1" dirty="0"/>
              <a:t>Chop</a:t>
            </a:r>
            <a:r>
              <a:rPr lang="en-GB" sz="2000" dirty="0"/>
              <a:t> boxes</a:t>
            </a:r>
          </a:p>
          <a:p>
            <a:pPr lvl="1"/>
            <a:r>
              <a:rPr lang="en-GB" sz="2000" b="1" dirty="0"/>
              <a:t>Fake outs </a:t>
            </a:r>
            <a:r>
              <a:rPr lang="en-GB" sz="2000" dirty="0"/>
              <a:t>(small body, long wick, next candle reverses) + liquidity grabs (market hunting stop losses)</a:t>
            </a:r>
          </a:p>
          <a:p>
            <a:pPr lvl="1"/>
            <a:r>
              <a:rPr lang="en-GB" sz="2000" b="1" dirty="0"/>
              <a:t>Breakout</a:t>
            </a:r>
            <a:r>
              <a:rPr lang="en-GB" sz="2000" dirty="0"/>
              <a:t> candle (first strong candle in the bias direction)</a:t>
            </a:r>
          </a:p>
          <a:p>
            <a:pPr lvl="1"/>
            <a:r>
              <a:rPr lang="en-GB" sz="2000" b="1" dirty="0"/>
              <a:t>Fib </a:t>
            </a:r>
            <a:r>
              <a:rPr lang="en-GB" sz="2000" dirty="0"/>
              <a:t>levels (help identify pullback after breakout candle)</a:t>
            </a:r>
          </a:p>
          <a:p>
            <a:r>
              <a:rPr lang="en-GB" sz="2000" dirty="0"/>
              <a:t>Entry + exit timing</a:t>
            </a:r>
          </a:p>
          <a:p>
            <a:r>
              <a:rPr lang="en-GB" sz="2000" dirty="0"/>
              <a:t>Avoiding traps</a:t>
            </a:r>
          </a:p>
          <a:p>
            <a:pPr marL="0" indent="0">
              <a:buNone/>
            </a:pPr>
            <a:r>
              <a:rPr lang="en-GB" sz="2000" dirty="0"/>
              <a:t>We’ll practice marking entries on historical charts and share examples in the group.</a:t>
            </a:r>
          </a:p>
        </p:txBody>
      </p:sp>
      <p:sp>
        <p:nvSpPr>
          <p:cNvPr id="23" name="Slide Number Placeholder 22">
            <a:extLst>
              <a:ext uri="{FF2B5EF4-FFF2-40B4-BE49-F238E27FC236}">
                <a16:creationId xmlns:a16="http://schemas.microsoft.com/office/drawing/2014/main" id="{5ACD647E-C461-D357-9041-BA4780CA177B}"/>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10</a:t>
            </a:fld>
            <a:endParaRPr lang="en-US" dirty="0"/>
          </a:p>
        </p:txBody>
      </p:sp>
    </p:spTree>
    <p:extLst>
      <p:ext uri="{BB962C8B-B14F-4D97-AF65-F5344CB8AC3E}">
        <p14:creationId xmlns:p14="http://schemas.microsoft.com/office/powerpoint/2010/main" val="33714403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3470AB-1699-DC51-13DD-67EC8D9862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EF8F04-4E03-A665-E7A9-0FC03BA39002}"/>
              </a:ext>
            </a:extLst>
          </p:cNvPr>
          <p:cNvSpPr>
            <a:spLocks noGrp="1"/>
          </p:cNvSpPr>
          <p:nvPr>
            <p:ph type="title"/>
          </p:nvPr>
        </p:nvSpPr>
        <p:spPr>
          <a:xfrm>
            <a:off x="2566737" y="1029918"/>
            <a:ext cx="9625263" cy="994164"/>
          </a:xfrm>
        </p:spPr>
        <p:txBody>
          <a:bodyPr/>
          <a:lstStyle/>
          <a:p>
            <a:r>
              <a:rPr lang="en-US" dirty="0"/>
              <a:t>PHASE 2: </a:t>
            </a:r>
            <a:br>
              <a:rPr lang="en-US" dirty="0"/>
            </a:br>
            <a:r>
              <a:rPr lang="en-US" dirty="0"/>
              <a:t>week 5: Fibonacci retracement &amp; confluence</a:t>
            </a:r>
          </a:p>
        </p:txBody>
      </p:sp>
      <p:sp>
        <p:nvSpPr>
          <p:cNvPr id="3" name="Content Placeholder 2">
            <a:extLst>
              <a:ext uri="{FF2B5EF4-FFF2-40B4-BE49-F238E27FC236}">
                <a16:creationId xmlns:a16="http://schemas.microsoft.com/office/drawing/2014/main" id="{3A780452-EE2A-A665-FAD0-2AB7C783B3C0}"/>
              </a:ext>
            </a:extLst>
          </p:cNvPr>
          <p:cNvSpPr>
            <a:spLocks noGrp="1"/>
          </p:cNvSpPr>
          <p:nvPr>
            <p:ph sz="half" idx="2"/>
          </p:nvPr>
        </p:nvSpPr>
        <p:spPr>
          <a:xfrm>
            <a:off x="3242770" y="2481314"/>
            <a:ext cx="8662737" cy="2849686"/>
          </a:xfrm>
        </p:spPr>
        <p:txBody>
          <a:bodyPr>
            <a:noAutofit/>
          </a:bodyPr>
          <a:lstStyle/>
          <a:p>
            <a:pPr marL="0" indent="0">
              <a:buNone/>
            </a:pPr>
            <a:r>
              <a:rPr lang="en-GB" sz="2400" dirty="0"/>
              <a:t>We’ll cover:</a:t>
            </a:r>
          </a:p>
          <a:p>
            <a:r>
              <a:rPr lang="en-GB" sz="2400" dirty="0"/>
              <a:t>How to draw fibs</a:t>
            </a:r>
          </a:p>
          <a:p>
            <a:r>
              <a:rPr lang="en-GB" sz="2400" dirty="0"/>
              <a:t>How fib levels add confluence</a:t>
            </a:r>
          </a:p>
          <a:p>
            <a:r>
              <a:rPr lang="en-GB" sz="2400" dirty="0"/>
              <a:t>How fibs interact with EMAs and structure</a:t>
            </a:r>
          </a:p>
          <a:p>
            <a:pPr marL="0" indent="0">
              <a:buNone/>
            </a:pPr>
            <a:endParaRPr lang="en-GB" sz="2400" dirty="0"/>
          </a:p>
          <a:p>
            <a:pPr marL="0" indent="0">
              <a:buNone/>
            </a:pPr>
            <a:r>
              <a:rPr lang="en-GB" sz="2400" dirty="0"/>
              <a:t>This is where the strategy becomes more precise and powerful.</a:t>
            </a:r>
          </a:p>
        </p:txBody>
      </p:sp>
      <p:sp>
        <p:nvSpPr>
          <p:cNvPr id="23" name="Slide Number Placeholder 22">
            <a:extLst>
              <a:ext uri="{FF2B5EF4-FFF2-40B4-BE49-F238E27FC236}">
                <a16:creationId xmlns:a16="http://schemas.microsoft.com/office/drawing/2014/main" id="{AAA29E09-FE75-6527-C2FA-0FB754405F3C}"/>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11</a:t>
            </a:fld>
            <a:endParaRPr lang="en-US" dirty="0"/>
          </a:p>
        </p:txBody>
      </p:sp>
    </p:spTree>
    <p:extLst>
      <p:ext uri="{BB962C8B-B14F-4D97-AF65-F5344CB8AC3E}">
        <p14:creationId xmlns:p14="http://schemas.microsoft.com/office/powerpoint/2010/main" val="26202640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F31145-4460-F4B9-31C0-5B41CDE675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20BF79-889D-598F-D816-94E1005544D6}"/>
              </a:ext>
            </a:extLst>
          </p:cNvPr>
          <p:cNvSpPr>
            <a:spLocks noGrp="1"/>
          </p:cNvSpPr>
          <p:nvPr>
            <p:ph type="title"/>
          </p:nvPr>
        </p:nvSpPr>
        <p:spPr>
          <a:xfrm>
            <a:off x="3460565" y="1057274"/>
            <a:ext cx="7965461" cy="994164"/>
          </a:xfrm>
        </p:spPr>
        <p:txBody>
          <a:bodyPr/>
          <a:lstStyle/>
          <a:p>
            <a:r>
              <a:rPr lang="en-US" dirty="0"/>
              <a:t>PHASE 3: Weekly or Twice‑Weekly Calls (Ongoing)</a:t>
            </a:r>
          </a:p>
        </p:txBody>
      </p:sp>
      <p:sp>
        <p:nvSpPr>
          <p:cNvPr id="3" name="Content Placeholder 2">
            <a:extLst>
              <a:ext uri="{FF2B5EF4-FFF2-40B4-BE49-F238E27FC236}">
                <a16:creationId xmlns:a16="http://schemas.microsoft.com/office/drawing/2014/main" id="{5B104C5C-1FCD-5C78-B4BC-DBB4AC421F5D}"/>
              </a:ext>
            </a:extLst>
          </p:cNvPr>
          <p:cNvSpPr>
            <a:spLocks noGrp="1"/>
          </p:cNvSpPr>
          <p:nvPr>
            <p:ph sz="half" idx="2"/>
          </p:nvPr>
        </p:nvSpPr>
        <p:spPr>
          <a:xfrm>
            <a:off x="2999874" y="2376203"/>
            <a:ext cx="8426152" cy="3497698"/>
          </a:xfrm>
        </p:spPr>
        <p:txBody>
          <a:bodyPr>
            <a:noAutofit/>
          </a:bodyPr>
          <a:lstStyle/>
          <a:p>
            <a:pPr marL="0" indent="0">
              <a:spcAft>
                <a:spcPts val="500"/>
              </a:spcAft>
              <a:buNone/>
            </a:pPr>
            <a:r>
              <a:rPr lang="en-GB" sz="2000" i="1" dirty="0"/>
              <a:t>Consistent learning, community support, and shared progress</a:t>
            </a:r>
            <a:endParaRPr lang="en-GB" dirty="0"/>
          </a:p>
          <a:p>
            <a:pPr marL="0" indent="0">
              <a:buNone/>
            </a:pPr>
            <a:r>
              <a:rPr lang="en-GB" sz="2000" dirty="0"/>
              <a:t>Once we’re in the structured learning phase, we’ll hold regular calls. These will include:</a:t>
            </a:r>
          </a:p>
          <a:p>
            <a:r>
              <a:rPr lang="en-GB" sz="2000" dirty="0"/>
              <a:t>A topic of the week</a:t>
            </a:r>
          </a:p>
          <a:p>
            <a:r>
              <a:rPr lang="en-GB" sz="2000" dirty="0"/>
              <a:t>Live chart walkthroughs</a:t>
            </a:r>
          </a:p>
          <a:p>
            <a:r>
              <a:rPr lang="en-GB" sz="2000" dirty="0"/>
              <a:t>Group practice</a:t>
            </a:r>
          </a:p>
          <a:p>
            <a:r>
              <a:rPr lang="en-GB" sz="2000" dirty="0"/>
              <a:t>Q&amp;A</a:t>
            </a:r>
          </a:p>
          <a:p>
            <a:r>
              <a:rPr lang="en-GB" sz="2000" dirty="0"/>
              <a:t>Homework or chart exercises</a:t>
            </a:r>
          </a:p>
          <a:p>
            <a:pPr marL="0" indent="0">
              <a:buNone/>
            </a:pPr>
            <a:r>
              <a:rPr lang="en-GB" sz="2000" dirty="0"/>
              <a:t>We’ll choose times that work for the majority (most members are EST), while still keeping things manageable for those in other time zones.</a:t>
            </a:r>
          </a:p>
        </p:txBody>
      </p:sp>
      <p:sp>
        <p:nvSpPr>
          <p:cNvPr id="23" name="Slide Number Placeholder 22">
            <a:extLst>
              <a:ext uri="{FF2B5EF4-FFF2-40B4-BE49-F238E27FC236}">
                <a16:creationId xmlns:a16="http://schemas.microsoft.com/office/drawing/2014/main" id="{2037D42F-D623-D13E-FE3F-A80F084AE91B}"/>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12</a:t>
            </a:fld>
            <a:endParaRPr lang="en-US" dirty="0"/>
          </a:p>
        </p:txBody>
      </p:sp>
    </p:spTree>
    <p:extLst>
      <p:ext uri="{BB962C8B-B14F-4D97-AF65-F5344CB8AC3E}">
        <p14:creationId xmlns:p14="http://schemas.microsoft.com/office/powerpoint/2010/main" val="15651223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1CFCF4-9405-3EC9-E700-DA9B03646D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D772B9B-9091-712A-A3A1-48DAB2B3F0D1}"/>
              </a:ext>
            </a:extLst>
          </p:cNvPr>
          <p:cNvSpPr>
            <a:spLocks noGrp="1"/>
          </p:cNvSpPr>
          <p:nvPr>
            <p:ph type="title"/>
          </p:nvPr>
        </p:nvSpPr>
        <p:spPr>
          <a:xfrm>
            <a:off x="3460565" y="195861"/>
            <a:ext cx="7965461" cy="994164"/>
          </a:xfrm>
        </p:spPr>
        <p:txBody>
          <a:bodyPr/>
          <a:lstStyle/>
          <a:p>
            <a:r>
              <a:rPr lang="en-US" dirty="0"/>
              <a:t>PHASE 4:  Trading Challenges (Ongoing)</a:t>
            </a:r>
          </a:p>
        </p:txBody>
      </p:sp>
      <p:sp>
        <p:nvSpPr>
          <p:cNvPr id="3" name="Content Placeholder 2">
            <a:extLst>
              <a:ext uri="{FF2B5EF4-FFF2-40B4-BE49-F238E27FC236}">
                <a16:creationId xmlns:a16="http://schemas.microsoft.com/office/drawing/2014/main" id="{3D0DECE9-3E25-BECD-7144-ED0C8E1964E7}"/>
              </a:ext>
            </a:extLst>
          </p:cNvPr>
          <p:cNvSpPr>
            <a:spLocks noGrp="1"/>
          </p:cNvSpPr>
          <p:nvPr>
            <p:ph sz="half" idx="2"/>
          </p:nvPr>
        </p:nvSpPr>
        <p:spPr>
          <a:xfrm>
            <a:off x="2999874" y="1403237"/>
            <a:ext cx="8426152" cy="3497698"/>
          </a:xfrm>
        </p:spPr>
        <p:txBody>
          <a:bodyPr>
            <a:noAutofit/>
          </a:bodyPr>
          <a:lstStyle/>
          <a:p>
            <a:pPr marL="0" indent="0">
              <a:buNone/>
            </a:pPr>
            <a:r>
              <a:rPr lang="en-GB" i="1" dirty="0"/>
              <a:t>Putting the strategy into practice together</a:t>
            </a:r>
            <a:endParaRPr lang="en-GB" dirty="0"/>
          </a:p>
          <a:p>
            <a:pPr marL="0" indent="0">
              <a:buNone/>
            </a:pPr>
            <a:r>
              <a:rPr lang="en-GB" dirty="0"/>
              <a:t>Once everyone is comfortable with the strategy and platform setup, we’ll begin group trading challenges.</a:t>
            </a:r>
          </a:p>
          <a:p>
            <a:pPr marL="0" indent="0">
              <a:buNone/>
            </a:pPr>
            <a:r>
              <a:rPr lang="en-GB" b="1" dirty="0"/>
              <a:t>How it works:</a:t>
            </a:r>
          </a:p>
          <a:p>
            <a:r>
              <a:rPr lang="en-GB" dirty="0"/>
              <a:t>We pick a day to trade the 5‑minute chart</a:t>
            </a:r>
          </a:p>
          <a:p>
            <a:r>
              <a:rPr lang="en-GB" dirty="0"/>
              <a:t>Everyone takes the same trade (paper or real)</a:t>
            </a:r>
          </a:p>
          <a:p>
            <a:r>
              <a:rPr lang="en-GB" dirty="0"/>
              <a:t>After market close, we review the trade together</a:t>
            </a:r>
          </a:p>
          <a:p>
            <a:r>
              <a:rPr lang="en-GB" dirty="0"/>
              <a:t>We share:</a:t>
            </a:r>
          </a:p>
          <a:p>
            <a:pPr lvl="1"/>
            <a:r>
              <a:rPr lang="en-GB" dirty="0"/>
              <a:t>Our levels</a:t>
            </a:r>
          </a:p>
          <a:p>
            <a:pPr lvl="1"/>
            <a:r>
              <a:rPr lang="en-GB" dirty="0"/>
              <a:t>Our bias</a:t>
            </a:r>
          </a:p>
          <a:p>
            <a:pPr lvl="1"/>
            <a:r>
              <a:rPr lang="en-GB" dirty="0"/>
              <a:t>Our entry</a:t>
            </a:r>
          </a:p>
          <a:p>
            <a:pPr lvl="1"/>
            <a:r>
              <a:rPr lang="en-GB" dirty="0"/>
              <a:t>Our results</a:t>
            </a:r>
          </a:p>
          <a:p>
            <a:pPr lvl="1"/>
            <a:r>
              <a:rPr lang="en-GB" dirty="0"/>
              <a:t>What we learned</a:t>
            </a:r>
          </a:p>
          <a:p>
            <a:pPr marL="0" indent="0">
              <a:buNone/>
            </a:pPr>
            <a:r>
              <a:rPr lang="en-GB" dirty="0"/>
              <a:t>This builds confidence, sharpens skills, and helps us grow through shared experience.</a:t>
            </a:r>
          </a:p>
        </p:txBody>
      </p:sp>
      <p:sp>
        <p:nvSpPr>
          <p:cNvPr id="23" name="Slide Number Placeholder 22">
            <a:extLst>
              <a:ext uri="{FF2B5EF4-FFF2-40B4-BE49-F238E27FC236}">
                <a16:creationId xmlns:a16="http://schemas.microsoft.com/office/drawing/2014/main" id="{3993949A-A844-02F5-A13E-B5DFE0D71F29}"/>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13</a:t>
            </a:fld>
            <a:endParaRPr lang="en-US" dirty="0"/>
          </a:p>
        </p:txBody>
      </p:sp>
    </p:spTree>
    <p:extLst>
      <p:ext uri="{BB962C8B-B14F-4D97-AF65-F5344CB8AC3E}">
        <p14:creationId xmlns:p14="http://schemas.microsoft.com/office/powerpoint/2010/main" val="12904132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207412-0186-62F9-EC01-575A0F8D4D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688A15-9C8B-A33A-0919-8CB5B2AF4D1A}"/>
              </a:ext>
            </a:extLst>
          </p:cNvPr>
          <p:cNvSpPr>
            <a:spLocks noGrp="1"/>
          </p:cNvSpPr>
          <p:nvPr>
            <p:ph type="title"/>
          </p:nvPr>
        </p:nvSpPr>
        <p:spPr>
          <a:xfrm>
            <a:off x="4382410" y="-17547"/>
            <a:ext cx="7043617" cy="2520217"/>
          </a:xfrm>
        </p:spPr>
        <p:txBody>
          <a:bodyPr/>
          <a:lstStyle/>
          <a:p>
            <a:r>
              <a:rPr lang="en-GB" dirty="0"/>
              <a:t>The Spirit of the Group</a:t>
            </a:r>
          </a:p>
        </p:txBody>
      </p:sp>
      <p:sp>
        <p:nvSpPr>
          <p:cNvPr id="3" name="Slide Number Placeholder 2">
            <a:extLst>
              <a:ext uri="{FF2B5EF4-FFF2-40B4-BE49-F238E27FC236}">
                <a16:creationId xmlns:a16="http://schemas.microsoft.com/office/drawing/2014/main" id="{8BF7791F-0521-3793-BA0A-FF949C4617DE}"/>
              </a:ext>
            </a:extLst>
          </p:cNvPr>
          <p:cNvSpPr>
            <a:spLocks noGrp="1"/>
          </p:cNvSpPr>
          <p:nvPr>
            <p:ph type="sldNum" sz="quarter" idx="10"/>
          </p:nvPr>
        </p:nvSpPr>
        <p:spPr>
          <a:xfrm>
            <a:off x="10438475" y="457199"/>
            <a:ext cx="987552" cy="471489"/>
          </a:xfrm>
        </p:spPr>
        <p:txBody>
          <a:bodyPr/>
          <a:lstStyle/>
          <a:p>
            <a:fld id="{48F63A3B-78C7-47BE-AE5E-E10140E04643}" type="slidenum">
              <a:rPr lang="en-US" smtClean="0"/>
              <a:pPr/>
              <a:t>14</a:t>
            </a:fld>
            <a:endParaRPr lang="en-US" dirty="0"/>
          </a:p>
        </p:txBody>
      </p:sp>
      <p:sp>
        <p:nvSpPr>
          <p:cNvPr id="4" name="Content Placeholder 3">
            <a:extLst>
              <a:ext uri="{FF2B5EF4-FFF2-40B4-BE49-F238E27FC236}">
                <a16:creationId xmlns:a16="http://schemas.microsoft.com/office/drawing/2014/main" id="{1EA34003-EB62-D443-19A8-F96BD8B66C50}"/>
              </a:ext>
            </a:extLst>
          </p:cNvPr>
          <p:cNvSpPr>
            <a:spLocks noGrp="1"/>
          </p:cNvSpPr>
          <p:nvPr>
            <p:ph idx="11"/>
          </p:nvPr>
        </p:nvSpPr>
        <p:spPr>
          <a:xfrm>
            <a:off x="4364808" y="2977416"/>
            <a:ext cx="7043618" cy="2233233"/>
          </a:xfrm>
        </p:spPr>
        <p:txBody>
          <a:bodyPr>
            <a:noAutofit/>
          </a:bodyPr>
          <a:lstStyle/>
          <a:p>
            <a:r>
              <a:rPr lang="en-GB" sz="2200" dirty="0"/>
              <a:t>This community is about learning </a:t>
            </a:r>
            <a:r>
              <a:rPr lang="en-GB" sz="2200" i="1" dirty="0"/>
              <a:t>together</a:t>
            </a:r>
            <a:r>
              <a:rPr lang="en-GB" sz="2200" dirty="0"/>
              <a:t>.</a:t>
            </a:r>
          </a:p>
          <a:p>
            <a:br>
              <a:rPr lang="en-GB" sz="2200" dirty="0"/>
            </a:br>
            <a:r>
              <a:rPr lang="en-GB" sz="2200" dirty="0"/>
              <a:t>We support each other, share insights, and grow as a team.</a:t>
            </a:r>
            <a:br>
              <a:rPr lang="en-GB" sz="2200" dirty="0"/>
            </a:br>
            <a:r>
              <a:rPr lang="en-GB" sz="2200" dirty="0"/>
              <a:t>The pace is steady, the environment is encouraging, and the goal is mastery through collaboration.</a:t>
            </a:r>
          </a:p>
          <a:p>
            <a:endParaRPr lang="en-GB" sz="2200" dirty="0"/>
          </a:p>
          <a:p>
            <a:r>
              <a:rPr lang="en-GB" sz="2200" dirty="0"/>
              <a:t>I’ll guide the structure, host the calls, and help break down the strategy — but the real strength of this group comes from everyone contributing, asking questions, and helping each other succeed.</a:t>
            </a:r>
          </a:p>
        </p:txBody>
      </p:sp>
    </p:spTree>
    <p:extLst>
      <p:ext uri="{BB962C8B-B14F-4D97-AF65-F5344CB8AC3E}">
        <p14:creationId xmlns:p14="http://schemas.microsoft.com/office/powerpoint/2010/main" val="18860774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210199-C129-11F0-56F2-2D1AED21CB4C}"/>
              </a:ext>
            </a:extLst>
          </p:cNvPr>
          <p:cNvSpPr>
            <a:spLocks noGrp="1"/>
          </p:cNvSpPr>
          <p:nvPr>
            <p:ph type="title"/>
          </p:nvPr>
        </p:nvSpPr>
        <p:spPr>
          <a:xfrm>
            <a:off x="4364809" y="1057274"/>
            <a:ext cx="7043617" cy="2520217"/>
          </a:xfrm>
        </p:spPr>
        <p:txBody>
          <a:bodyPr/>
          <a:lstStyle/>
          <a:p>
            <a:r>
              <a:rPr lang="en-US" dirty="0"/>
              <a:t>Questions / thoughts?</a:t>
            </a:r>
          </a:p>
        </p:txBody>
      </p:sp>
      <p:sp>
        <p:nvSpPr>
          <p:cNvPr id="3" name="Slide Number Placeholder 2">
            <a:extLst>
              <a:ext uri="{FF2B5EF4-FFF2-40B4-BE49-F238E27FC236}">
                <a16:creationId xmlns:a16="http://schemas.microsoft.com/office/drawing/2014/main" id="{370AEC4F-E711-8552-9C34-82C1514A1E37}"/>
              </a:ext>
            </a:extLst>
          </p:cNvPr>
          <p:cNvSpPr>
            <a:spLocks noGrp="1"/>
          </p:cNvSpPr>
          <p:nvPr>
            <p:ph type="sldNum" sz="quarter" idx="10"/>
          </p:nvPr>
        </p:nvSpPr>
        <p:spPr>
          <a:xfrm>
            <a:off x="10438475" y="457199"/>
            <a:ext cx="987552" cy="471489"/>
          </a:xfrm>
        </p:spPr>
        <p:txBody>
          <a:bodyPr/>
          <a:lstStyle/>
          <a:p>
            <a:fld id="{48F63A3B-78C7-47BE-AE5E-E10140E04643}" type="slidenum">
              <a:rPr lang="en-US" smtClean="0"/>
              <a:pPr/>
              <a:t>15</a:t>
            </a:fld>
            <a:endParaRPr lang="en-US" dirty="0"/>
          </a:p>
        </p:txBody>
      </p:sp>
    </p:spTree>
    <p:extLst>
      <p:ext uri="{BB962C8B-B14F-4D97-AF65-F5344CB8AC3E}">
        <p14:creationId xmlns:p14="http://schemas.microsoft.com/office/powerpoint/2010/main" val="1131718056"/>
      </p:ext>
    </p:extLst>
  </p:cSld>
  <p:clrMapOvr>
    <a:masterClrMapping/>
  </p:clrMapOvr>
</p:sld>
</file>

<file path=ppt/theme/theme1.xml><?xml version="1.0" encoding="utf-8"?>
<a:theme xmlns:a="http://schemas.openxmlformats.org/drawingml/2006/main" name="Custom">
  <a:themeElements>
    <a:clrScheme name="Custom 13">
      <a:dk1>
        <a:srgbClr val="000000"/>
      </a:dk1>
      <a:lt1>
        <a:srgbClr val="FDFAF6"/>
      </a:lt1>
      <a:dk2>
        <a:srgbClr val="44546A"/>
      </a:dk2>
      <a:lt2>
        <a:srgbClr val="E7E6E6"/>
      </a:lt2>
      <a:accent1>
        <a:srgbClr val="F5CDCE"/>
      </a:accent1>
      <a:accent2>
        <a:srgbClr val="DE8C8C"/>
      </a:accent2>
      <a:accent3>
        <a:srgbClr val="AAC3E8"/>
      </a:accent3>
      <a:accent4>
        <a:srgbClr val="D2D592"/>
      </a:accent4>
      <a:accent5>
        <a:srgbClr val="CCBE89"/>
      </a:accent5>
      <a:accent6>
        <a:srgbClr val="1F2C8F"/>
      </a:accent6>
      <a:hlink>
        <a:srgbClr val="1F2C8F"/>
      </a:hlink>
      <a:folHlink>
        <a:srgbClr val="AAC3E9"/>
      </a:folHlink>
    </a:clrScheme>
    <a:fontScheme name="Custom 22">
      <a:majorFont>
        <a:latin typeface="Arial Black"/>
        <a:ea typeface=""/>
        <a:cs typeface=""/>
      </a:majorFont>
      <a:minorFont>
        <a:latin typeface="Sabon Next L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eometric color block_Win32_SL_v14" id="{59749740-91A0-46B8-82A8-B436C7A8A142}" vid="{B3F8D047-377B-4FC8-B21C-47530C6DE3A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A719FA4-954C-4FA8-82CB-206659C3B826}">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16DBB56F-4362-4386-A1A1-3DF898896616}">
  <ds:schemaRefs>
    <ds:schemaRef ds:uri="http://schemas.microsoft.com/sharepoint/v3/contenttype/forms"/>
  </ds:schemaRefs>
</ds:datastoreItem>
</file>

<file path=customXml/itemProps3.xml><?xml version="1.0" encoding="utf-8"?>
<ds:datastoreItem xmlns:ds="http://schemas.openxmlformats.org/officeDocument/2006/customXml" ds:itemID="{04948363-B267-4BAC-8655-100FBEC280C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Geometric color block</Template>
  <TotalTime>164</TotalTime>
  <Words>920</Words>
  <Application>Microsoft Office PowerPoint</Application>
  <PresentationFormat>Widescreen</PresentationFormat>
  <Paragraphs>121</Paragraphs>
  <Slides>15</Slides>
  <Notes>15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Arial Black</vt:lpstr>
      <vt:lpstr>Calibri</vt:lpstr>
      <vt:lpstr>Sabon Next LT</vt:lpstr>
      <vt:lpstr>Custom</vt:lpstr>
      <vt:lpstr>Welcome  5MTC SLOWER PACED STUDUY GROUP  introductory  call </vt:lpstr>
      <vt:lpstr>agenda</vt:lpstr>
      <vt:lpstr>Welcome to the 5-minute trader slower paced study group</vt:lpstr>
      <vt:lpstr>Group rules &amp; culture</vt:lpstr>
      <vt:lpstr>PHASE 1: FOUNDATION REVIEW (now → 26 July)</vt:lpstr>
      <vt:lpstr>PHASE 2: weekly workshops (after 26 July)</vt:lpstr>
      <vt:lpstr>PHASE 2:  week 1: PlatfORM SETUP</vt:lpstr>
      <vt:lpstr>PHASE 2:  week 2: core fundamentals</vt:lpstr>
      <vt:lpstr>PHASE 2:  week 3: price lines &amp; top-down analysis</vt:lpstr>
      <vt:lpstr>PHASE 2:  week 4: the 5-minute strategy</vt:lpstr>
      <vt:lpstr>PHASE 2:  week 5: Fibonacci retracement &amp; confluence</vt:lpstr>
      <vt:lpstr>PHASE 3: Weekly or Twice‑Weekly Calls (Ongoing)</vt:lpstr>
      <vt:lpstr>PHASE 4:  Trading Challenges (Ongoing)</vt:lpstr>
      <vt:lpstr>The Spirit of the Group</vt:lpstr>
      <vt:lpstr>Questions / thoughts?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caroline martin</dc:creator>
  <cp:lastModifiedBy>caroline martin</cp:lastModifiedBy>
  <cp:revision>14</cp:revision>
  <dcterms:created xsi:type="dcterms:W3CDTF">2026-07-19T18:24:54Z</dcterms:created>
  <dcterms:modified xsi:type="dcterms:W3CDTF">2026-07-19T21:09:10Z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